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mo Bold" charset="1" panose="020B0704020202020204"/>
      <p:regular r:id="rId26"/>
    </p:embeddedFont>
    <p:embeddedFont>
      <p:font typeface="Arimo" charset="1" panose="020B0604020202020204"/>
      <p:regular r:id="rId27"/>
    </p:embeddedFont>
    <p:embeddedFont>
      <p:font typeface="Open Sans Bold" charset="1" panose="020B0806030504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44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31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23" Target="../media/image44.png" Type="http://schemas.openxmlformats.org/officeDocument/2006/relationships/image"/><Relationship Id="rId24" Target="../media/image45.svg" Type="http://schemas.openxmlformats.org/officeDocument/2006/relationships/image"/><Relationship Id="rId25" Target="../media/image46.png" Type="http://schemas.openxmlformats.org/officeDocument/2006/relationships/image"/><Relationship Id="rId26" Target="../media/image47.svg" Type="http://schemas.openxmlformats.org/officeDocument/2006/relationships/image"/><Relationship Id="rId27" Target="../media/image48.png" Type="http://schemas.openxmlformats.org/officeDocument/2006/relationships/image"/><Relationship Id="rId28" Target="../media/image49.sv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media/image60.png" Type="http://schemas.openxmlformats.org/officeDocument/2006/relationships/image"/><Relationship Id="rId14" Target="../media/image61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media/image62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63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66.png" Type="http://schemas.openxmlformats.org/officeDocument/2006/relationships/image"/><Relationship Id="rId14" Target="../media/image67.svg" Type="http://schemas.openxmlformats.org/officeDocument/2006/relationships/image"/><Relationship Id="rId15" Target="../media/image1.png" Type="http://schemas.openxmlformats.org/officeDocument/2006/relationships/image"/><Relationship Id="rId16" Target="../media/image2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19" Target="../media/image27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28.svg" Type="http://schemas.openxmlformats.org/officeDocument/2006/relationships/image"/><Relationship Id="rId21" Target="../media/image5.png" Type="http://schemas.openxmlformats.org/officeDocument/2006/relationships/image"/><Relationship Id="rId22" Target="../media/image6.svg" Type="http://schemas.openxmlformats.org/officeDocument/2006/relationships/image"/><Relationship Id="rId23" Target="../media/image7.png" Type="http://schemas.openxmlformats.org/officeDocument/2006/relationships/image"/><Relationship Id="rId24" Target="../media/image8.svg" Type="http://schemas.openxmlformats.org/officeDocument/2006/relationships/image"/><Relationship Id="rId25" Target="../media/image9.png" Type="http://schemas.openxmlformats.org/officeDocument/2006/relationships/image"/><Relationship Id="rId26" Target="../media/image10.svg" Type="http://schemas.openxmlformats.org/officeDocument/2006/relationships/image"/><Relationship Id="rId27" Target="../media/image68.png" Type="http://schemas.openxmlformats.org/officeDocument/2006/relationships/image"/><Relationship Id="rId28" Target="../media/image69.svg" Type="http://schemas.openxmlformats.org/officeDocument/2006/relationships/image"/><Relationship Id="rId29" Target="../media/image70.png" Type="http://schemas.openxmlformats.org/officeDocument/2006/relationships/image"/><Relationship Id="rId3" Target="../media/image64.png" Type="http://schemas.openxmlformats.org/officeDocument/2006/relationships/image"/><Relationship Id="rId30" Target="../media/image71.svg" Type="http://schemas.openxmlformats.org/officeDocument/2006/relationships/image"/><Relationship Id="rId31" Target="../media/image72.png" Type="http://schemas.openxmlformats.org/officeDocument/2006/relationships/image"/><Relationship Id="rId32" Target="../media/image73.svg" Type="http://schemas.openxmlformats.org/officeDocument/2006/relationships/image"/><Relationship Id="rId33" Target="../media/image74.png" Type="http://schemas.openxmlformats.org/officeDocument/2006/relationships/image"/><Relationship Id="rId34" Target="../media/image75.svg" Type="http://schemas.openxmlformats.org/officeDocument/2006/relationships/image"/><Relationship Id="rId35" Target="../media/image76.png" Type="http://schemas.openxmlformats.org/officeDocument/2006/relationships/image"/><Relationship Id="rId36" Target="../media/image77.svg" Type="http://schemas.openxmlformats.org/officeDocument/2006/relationships/image"/><Relationship Id="rId4" Target="../media/image65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media/image70.png" Type="http://schemas.openxmlformats.org/officeDocument/2006/relationships/image"/><Relationship Id="rId14" Target="../media/image71.svg" Type="http://schemas.openxmlformats.org/officeDocument/2006/relationships/image"/><Relationship Id="rId15" Target="../media/image84.png" Type="http://schemas.openxmlformats.org/officeDocument/2006/relationships/image"/><Relationship Id="rId16" Target="../media/image85.svg" Type="http://schemas.openxmlformats.org/officeDocument/2006/relationships/image"/><Relationship Id="rId17" Target="../media/image86.png" Type="http://schemas.openxmlformats.org/officeDocument/2006/relationships/image"/><Relationship Id="rId18" Target="../media/image87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80.png" Type="http://schemas.openxmlformats.org/officeDocument/2006/relationships/image"/><Relationship Id="rId8" Target="../media/image81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svg" Type="http://schemas.openxmlformats.org/officeDocument/2006/relationships/image"/><Relationship Id="rId11" Target="../media/image92.png" Type="http://schemas.openxmlformats.org/officeDocument/2006/relationships/image"/><Relationship Id="rId12" Target="../media/image93.svg" Type="http://schemas.openxmlformats.org/officeDocument/2006/relationships/image"/><Relationship Id="rId13" Target="../media/image94.png" Type="http://schemas.openxmlformats.org/officeDocument/2006/relationships/image"/><Relationship Id="rId14" Target="../media/image95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37.svg" Type="http://schemas.openxmlformats.org/officeDocument/2006/relationships/image"/><Relationship Id="rId21" Target="../media/image96.png" Type="http://schemas.openxmlformats.org/officeDocument/2006/relationships/image"/><Relationship Id="rId22" Target="../media/image97.svg" Type="http://schemas.openxmlformats.org/officeDocument/2006/relationships/image"/><Relationship Id="rId23" Target="../media/image98.png" Type="http://schemas.openxmlformats.org/officeDocument/2006/relationships/image"/><Relationship Id="rId24" Target="../media/image99.svg" Type="http://schemas.openxmlformats.org/officeDocument/2006/relationships/image"/><Relationship Id="rId25" Target="../media/image100.jpeg" Type="http://schemas.openxmlformats.org/officeDocument/2006/relationships/image"/><Relationship Id="rId26" Target="../media/image62.png" Type="http://schemas.openxmlformats.org/officeDocument/2006/relationships/image"/><Relationship Id="rId27" Target="../media/image63.svg" Type="http://schemas.openxmlformats.org/officeDocument/2006/relationships/image"/><Relationship Id="rId28" Target="../media/image23.png" Type="http://schemas.openxmlformats.org/officeDocument/2006/relationships/image"/><Relationship Id="rId29" Target="../media/image24.svg" Type="http://schemas.openxmlformats.org/officeDocument/2006/relationships/image"/><Relationship Id="rId3" Target="../media/image19.png" Type="http://schemas.openxmlformats.org/officeDocument/2006/relationships/image"/><Relationship Id="rId30" Target="../media/image101.png" Type="http://schemas.openxmlformats.org/officeDocument/2006/relationships/image"/><Relationship Id="rId31" Target="../media/image102.svg" Type="http://schemas.openxmlformats.org/officeDocument/2006/relationships/image"/><Relationship Id="rId32" Target="../media/image103.png" Type="http://schemas.openxmlformats.org/officeDocument/2006/relationships/image"/><Relationship Id="rId33" Target="../media/image104.sv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17" Target="../media/image105.png" Type="http://schemas.openxmlformats.org/officeDocument/2006/relationships/image"/><Relationship Id="rId18" Target="../media/image106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17" Target="../media/image107.png" Type="http://schemas.openxmlformats.org/officeDocument/2006/relationships/image"/><Relationship Id="rId18" Target="../media/image108.svg" Type="http://schemas.openxmlformats.org/officeDocument/2006/relationships/image"/><Relationship Id="rId19" Target="../media/image109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110.sv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17" Target="../media/image111.png" Type="http://schemas.openxmlformats.org/officeDocument/2006/relationships/image"/><Relationship Id="rId18" Target="../media/image112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29.png" Type="http://schemas.openxmlformats.org/officeDocument/2006/relationships/image"/><Relationship Id="rId18" Target="../media/image30.svg" Type="http://schemas.openxmlformats.org/officeDocument/2006/relationships/image"/><Relationship Id="rId19" Target="../media/image15.png" Type="http://schemas.openxmlformats.org/officeDocument/2006/relationships/image"/><Relationship Id="rId2" Target="../notesSlides/notesSlide11.xml" Type="http://schemas.openxmlformats.org/officeDocument/2006/relationships/notesSlide"/><Relationship Id="rId20" Target="../media/image16.svg" Type="http://schemas.openxmlformats.org/officeDocument/2006/relationships/image"/><Relationship Id="rId21" Target="../media/image17.png" Type="http://schemas.openxmlformats.org/officeDocument/2006/relationships/image"/><Relationship Id="rId22" Target="../media/image18.svg" Type="http://schemas.openxmlformats.org/officeDocument/2006/relationships/image"/><Relationship Id="rId3" Target="../media/image113.png" Type="http://schemas.openxmlformats.org/officeDocument/2006/relationships/image"/><Relationship Id="rId4" Target="../media/image11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80.png" Type="http://schemas.openxmlformats.org/officeDocument/2006/relationships/image"/><Relationship Id="rId8" Target="../media/image81.svg" Type="http://schemas.openxmlformats.org/officeDocument/2006/relationships/image"/><Relationship Id="rId9" Target="../media/image1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117.jpeg" Type="http://schemas.openxmlformats.org/officeDocument/2006/relationships/image"/><Relationship Id="rId16" Target="../media/image118.png" Type="http://schemas.openxmlformats.org/officeDocument/2006/relationships/image"/><Relationship Id="rId17" Target="../media/image119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80.png" Type="http://schemas.openxmlformats.org/officeDocument/2006/relationships/image"/><Relationship Id="rId8" Target="../media/image81.svg" Type="http://schemas.openxmlformats.org/officeDocument/2006/relationships/image"/><Relationship Id="rId9" Target="../media/image1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media/image122.png" Type="http://schemas.openxmlformats.org/officeDocument/2006/relationships/image"/><Relationship Id="rId16" Target="../media/image123.svg" Type="http://schemas.openxmlformats.org/officeDocument/2006/relationships/image"/><Relationship Id="rId17" Target="../media/image124.png" Type="http://schemas.openxmlformats.org/officeDocument/2006/relationships/image"/><Relationship Id="rId18" Target="../media/image125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svg" Type="http://schemas.openxmlformats.org/officeDocument/2006/relationships/image"/><Relationship Id="rId11" Target="../media/image134.png" Type="http://schemas.openxmlformats.org/officeDocument/2006/relationships/image"/><Relationship Id="rId12" Target="../media/image135.svg" Type="http://schemas.openxmlformats.org/officeDocument/2006/relationships/image"/><Relationship Id="rId13" Target="../media/image136.png" Type="http://schemas.openxmlformats.org/officeDocument/2006/relationships/image"/><Relationship Id="rId14" Target="../media/image137.svg" Type="http://schemas.openxmlformats.org/officeDocument/2006/relationships/image"/><Relationship Id="rId15" Target="../media/image138.png" Type="http://schemas.openxmlformats.org/officeDocument/2006/relationships/image"/><Relationship Id="rId16" Target="../media/image139.svg" Type="http://schemas.openxmlformats.org/officeDocument/2006/relationships/image"/><Relationship Id="rId17" Target="../media/image140.png" Type="http://schemas.openxmlformats.org/officeDocument/2006/relationships/image"/><Relationship Id="rId18" Target="../media/image141.svg" Type="http://schemas.openxmlformats.org/officeDocument/2006/relationships/image"/><Relationship Id="rId19" Target="../media/image142.png" Type="http://schemas.openxmlformats.org/officeDocument/2006/relationships/image"/><Relationship Id="rId2" Target="../notesSlides/notesSlide16.xml" Type="http://schemas.openxmlformats.org/officeDocument/2006/relationships/notesSlide"/><Relationship Id="rId20" Target="../media/image143.svg" Type="http://schemas.openxmlformats.org/officeDocument/2006/relationships/image"/><Relationship Id="rId21" Target="../media/image144.png" Type="http://schemas.openxmlformats.org/officeDocument/2006/relationships/image"/><Relationship Id="rId22" Target="../media/image145.svg" Type="http://schemas.openxmlformats.org/officeDocument/2006/relationships/image"/><Relationship Id="rId23" Target="../media/image146.png" Type="http://schemas.openxmlformats.org/officeDocument/2006/relationships/image"/><Relationship Id="rId24" Target="../media/image147.svg" Type="http://schemas.openxmlformats.org/officeDocument/2006/relationships/image"/><Relationship Id="rId25" Target="../media/image148.png" Type="http://schemas.openxmlformats.org/officeDocument/2006/relationships/image"/><Relationship Id="rId26" Target="../media/image149.svg" Type="http://schemas.openxmlformats.org/officeDocument/2006/relationships/image"/><Relationship Id="rId27" Target="../media/image150.png" Type="http://schemas.openxmlformats.org/officeDocument/2006/relationships/image"/><Relationship Id="rId28" Target="../media/image151.svg" Type="http://schemas.openxmlformats.org/officeDocument/2006/relationships/image"/><Relationship Id="rId29" Target="../media/image152.png" Type="http://schemas.openxmlformats.org/officeDocument/2006/relationships/image"/><Relationship Id="rId3" Target="../media/image126.png" Type="http://schemas.openxmlformats.org/officeDocument/2006/relationships/image"/><Relationship Id="rId30" Target="../media/image153.svg" Type="http://schemas.openxmlformats.org/officeDocument/2006/relationships/image"/><Relationship Id="rId31" Target="../media/image154.png" Type="http://schemas.openxmlformats.org/officeDocument/2006/relationships/image"/><Relationship Id="rId32" Target="../media/image155.svg" Type="http://schemas.openxmlformats.org/officeDocument/2006/relationships/image"/><Relationship Id="rId33" Target="../media/image156.png" Type="http://schemas.openxmlformats.org/officeDocument/2006/relationships/image"/><Relationship Id="rId34" Target="../media/image157.svg" Type="http://schemas.openxmlformats.org/officeDocument/2006/relationships/image"/><Relationship Id="rId35" Target="../media/image17.png" Type="http://schemas.openxmlformats.org/officeDocument/2006/relationships/image"/><Relationship Id="rId36" Target="../media/image18.svg" Type="http://schemas.openxmlformats.org/officeDocument/2006/relationships/image"/><Relationship Id="rId4" Target="../media/image127.svg" Type="http://schemas.openxmlformats.org/officeDocument/2006/relationships/image"/><Relationship Id="rId5" Target="../media/image128.png" Type="http://schemas.openxmlformats.org/officeDocument/2006/relationships/image"/><Relationship Id="rId6" Target="../media/image129.svg" Type="http://schemas.openxmlformats.org/officeDocument/2006/relationships/image"/><Relationship Id="rId7" Target="../media/image130.png" Type="http://schemas.openxmlformats.org/officeDocument/2006/relationships/image"/><Relationship Id="rId8" Target="../media/image131.sv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svg" Type="http://schemas.openxmlformats.org/officeDocument/2006/relationships/image"/><Relationship Id="rId11" Target="../media/image134.png" Type="http://schemas.openxmlformats.org/officeDocument/2006/relationships/image"/><Relationship Id="rId12" Target="../media/image135.svg" Type="http://schemas.openxmlformats.org/officeDocument/2006/relationships/image"/><Relationship Id="rId13" Target="../media/image136.png" Type="http://schemas.openxmlformats.org/officeDocument/2006/relationships/image"/><Relationship Id="rId14" Target="../media/image137.svg" Type="http://schemas.openxmlformats.org/officeDocument/2006/relationships/image"/><Relationship Id="rId15" Target="../media/image138.png" Type="http://schemas.openxmlformats.org/officeDocument/2006/relationships/image"/><Relationship Id="rId16" Target="../media/image139.svg" Type="http://schemas.openxmlformats.org/officeDocument/2006/relationships/image"/><Relationship Id="rId17" Target="../media/image140.png" Type="http://schemas.openxmlformats.org/officeDocument/2006/relationships/image"/><Relationship Id="rId18" Target="../media/image141.svg" Type="http://schemas.openxmlformats.org/officeDocument/2006/relationships/image"/><Relationship Id="rId19" Target="../media/image142.png" Type="http://schemas.openxmlformats.org/officeDocument/2006/relationships/image"/><Relationship Id="rId2" Target="../notesSlides/notesSlide17.xml" Type="http://schemas.openxmlformats.org/officeDocument/2006/relationships/notesSlide"/><Relationship Id="rId20" Target="../media/image143.svg" Type="http://schemas.openxmlformats.org/officeDocument/2006/relationships/image"/><Relationship Id="rId21" Target="../media/image144.png" Type="http://schemas.openxmlformats.org/officeDocument/2006/relationships/image"/><Relationship Id="rId22" Target="../media/image145.svg" Type="http://schemas.openxmlformats.org/officeDocument/2006/relationships/image"/><Relationship Id="rId23" Target="../media/image146.png" Type="http://schemas.openxmlformats.org/officeDocument/2006/relationships/image"/><Relationship Id="rId24" Target="../media/image147.svg" Type="http://schemas.openxmlformats.org/officeDocument/2006/relationships/image"/><Relationship Id="rId25" Target="../media/image148.png" Type="http://schemas.openxmlformats.org/officeDocument/2006/relationships/image"/><Relationship Id="rId26" Target="../media/image149.svg" Type="http://schemas.openxmlformats.org/officeDocument/2006/relationships/image"/><Relationship Id="rId27" Target="../media/image150.png" Type="http://schemas.openxmlformats.org/officeDocument/2006/relationships/image"/><Relationship Id="rId28" Target="../media/image151.svg" Type="http://schemas.openxmlformats.org/officeDocument/2006/relationships/image"/><Relationship Id="rId29" Target="../media/image158.png" Type="http://schemas.openxmlformats.org/officeDocument/2006/relationships/image"/><Relationship Id="rId3" Target="../media/image126.png" Type="http://schemas.openxmlformats.org/officeDocument/2006/relationships/image"/><Relationship Id="rId4" Target="../media/image127.svg" Type="http://schemas.openxmlformats.org/officeDocument/2006/relationships/image"/><Relationship Id="rId5" Target="../media/image128.png" Type="http://schemas.openxmlformats.org/officeDocument/2006/relationships/image"/><Relationship Id="rId6" Target="../media/image129.svg" Type="http://schemas.openxmlformats.org/officeDocument/2006/relationships/image"/><Relationship Id="rId7" Target="../media/image130.png" Type="http://schemas.openxmlformats.org/officeDocument/2006/relationships/image"/><Relationship Id="rId8" Target="../media/image131.svg" Type="http://schemas.openxmlformats.org/officeDocument/2006/relationships/image"/><Relationship Id="rId9" Target="../media/image1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523609">
            <a:off x="11639124" y="1028600"/>
            <a:ext cx="337495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2514251">
            <a:off x="14728026" y="1659100"/>
            <a:ext cx="2254648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436612">
            <a:off x="16050933" y="1174750"/>
            <a:ext cx="2887035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128550" y="177570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06100" y="63255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81160" y="851614"/>
            <a:ext cx="577228" cy="576674"/>
            <a:chOff x="0" y="0"/>
            <a:chExt cx="769637" cy="7688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9620" cy="768858"/>
            </a:xfrm>
            <a:custGeom>
              <a:avLst/>
              <a:gdLst/>
              <a:ahLst/>
              <a:cxnLst/>
              <a:rect r="r" b="b" t="t" l="l"/>
              <a:pathLst>
                <a:path h="768858" w="769620">
                  <a:moveTo>
                    <a:pt x="384810" y="0"/>
                  </a:moveTo>
                  <a:cubicBezTo>
                    <a:pt x="172212" y="0"/>
                    <a:pt x="0" y="172212"/>
                    <a:pt x="0" y="384048"/>
                  </a:cubicBezTo>
                  <a:cubicBezTo>
                    <a:pt x="0" y="596646"/>
                    <a:pt x="172212" y="768858"/>
                    <a:pt x="384810" y="768858"/>
                  </a:cubicBezTo>
                  <a:cubicBezTo>
                    <a:pt x="597408" y="768858"/>
                    <a:pt x="769620" y="596646"/>
                    <a:pt x="769620" y="384048"/>
                  </a:cubicBezTo>
                  <a:cubicBezTo>
                    <a:pt x="769620" y="172212"/>
                    <a:pt x="597408" y="0"/>
                    <a:pt x="384810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376650" y="84655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454138" y="924618"/>
            <a:ext cx="431252" cy="430674"/>
            <a:chOff x="0" y="0"/>
            <a:chExt cx="575003" cy="574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56" cy="574294"/>
            </a:xfrm>
            <a:custGeom>
              <a:avLst/>
              <a:gdLst/>
              <a:ahLst/>
              <a:cxnLst/>
              <a:rect r="r" b="b" t="t" l="l"/>
              <a:pathLst>
                <a:path h="574294" w="575056">
                  <a:moveTo>
                    <a:pt x="287528" y="0"/>
                  </a:moveTo>
                  <a:cubicBezTo>
                    <a:pt x="128778" y="0"/>
                    <a:pt x="0" y="128016"/>
                    <a:pt x="0" y="286766"/>
                  </a:cubicBezTo>
                  <a:cubicBezTo>
                    <a:pt x="0" y="445516"/>
                    <a:pt x="128778" y="574294"/>
                    <a:pt x="287528" y="574294"/>
                  </a:cubicBezTo>
                  <a:cubicBezTo>
                    <a:pt x="446278" y="574294"/>
                    <a:pt x="575056" y="445516"/>
                    <a:pt x="575056" y="286766"/>
                  </a:cubicBezTo>
                  <a:cubicBezTo>
                    <a:pt x="575056" y="128016"/>
                    <a:pt x="446278" y="0"/>
                    <a:pt x="2875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449654" y="919554"/>
            <a:ext cx="440246" cy="440800"/>
          </a:xfrm>
          <a:custGeom>
            <a:avLst/>
            <a:gdLst/>
            <a:ahLst/>
            <a:cxnLst/>
            <a:rect r="r" b="b" t="t" l="l"/>
            <a:pathLst>
              <a:path h="440800" w="440246">
                <a:moveTo>
                  <a:pt x="0" y="0"/>
                </a:moveTo>
                <a:lnTo>
                  <a:pt x="440246" y="0"/>
                </a:lnTo>
                <a:lnTo>
                  <a:pt x="440246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533314" y="1003768"/>
            <a:ext cx="272354" cy="272354"/>
            <a:chOff x="0" y="0"/>
            <a:chExt cx="363139" cy="3631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3093" cy="363220"/>
            </a:xfrm>
            <a:custGeom>
              <a:avLst/>
              <a:gdLst/>
              <a:ahLst/>
              <a:cxnLst/>
              <a:rect r="r" b="b" t="t" l="l"/>
              <a:pathLst>
                <a:path h="363220" w="363093">
                  <a:moveTo>
                    <a:pt x="181991" y="0"/>
                  </a:moveTo>
                  <a:cubicBezTo>
                    <a:pt x="81661" y="0"/>
                    <a:pt x="0" y="81661"/>
                    <a:pt x="0" y="181229"/>
                  </a:cubicBezTo>
                  <a:cubicBezTo>
                    <a:pt x="0" y="281559"/>
                    <a:pt x="81534" y="363220"/>
                    <a:pt x="181864" y="363220"/>
                  </a:cubicBezTo>
                  <a:cubicBezTo>
                    <a:pt x="282194" y="363220"/>
                    <a:pt x="363093" y="281559"/>
                    <a:pt x="363093" y="181229"/>
                  </a:cubicBezTo>
                  <a:cubicBezTo>
                    <a:pt x="363093" y="81661"/>
                    <a:pt x="282321" y="0"/>
                    <a:pt x="181991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528830" y="999284"/>
            <a:ext cx="281902" cy="281348"/>
          </a:xfrm>
          <a:custGeom>
            <a:avLst/>
            <a:gdLst/>
            <a:ahLst/>
            <a:cxnLst/>
            <a:rect r="r" b="b" t="t" l="l"/>
            <a:pathLst>
              <a:path h="281348" w="281902">
                <a:moveTo>
                  <a:pt x="0" y="0"/>
                </a:moveTo>
                <a:lnTo>
                  <a:pt x="281902" y="0"/>
                </a:lnTo>
                <a:lnTo>
                  <a:pt x="281902" y="281348"/>
                </a:lnTo>
                <a:lnTo>
                  <a:pt x="0" y="2813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86700" y="5785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980100" y="3417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37500" y="31636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06420" y="1919438"/>
            <a:ext cx="10687080" cy="8367360"/>
          </a:xfrm>
          <a:custGeom>
            <a:avLst/>
            <a:gdLst/>
            <a:ahLst/>
            <a:cxnLst/>
            <a:rect r="r" b="b" t="t" l="l"/>
            <a:pathLst>
              <a:path h="8367360" w="10687080">
                <a:moveTo>
                  <a:pt x="0" y="0"/>
                </a:moveTo>
                <a:lnTo>
                  <a:pt x="10687080" y="0"/>
                </a:lnTo>
                <a:lnTo>
                  <a:pt x="10687080" y="8367360"/>
                </a:lnTo>
                <a:lnTo>
                  <a:pt x="0" y="83673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305330" y="4443115"/>
            <a:ext cx="1400770" cy="1400770"/>
          </a:xfrm>
          <a:custGeom>
            <a:avLst/>
            <a:gdLst/>
            <a:ahLst/>
            <a:cxnLst/>
            <a:rect r="r" b="b" t="t" l="l"/>
            <a:pathLst>
              <a:path h="1400770" w="1400770">
                <a:moveTo>
                  <a:pt x="0" y="0"/>
                </a:moveTo>
                <a:lnTo>
                  <a:pt x="1400770" y="0"/>
                </a:lnTo>
                <a:lnTo>
                  <a:pt x="1400770" y="1400770"/>
                </a:lnTo>
                <a:lnTo>
                  <a:pt x="0" y="14007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617948" y="7850450"/>
            <a:ext cx="1670052" cy="2436550"/>
          </a:xfrm>
          <a:custGeom>
            <a:avLst/>
            <a:gdLst/>
            <a:ahLst/>
            <a:cxnLst/>
            <a:rect r="r" b="b" t="t" l="l"/>
            <a:pathLst>
              <a:path h="2436550" w="1670052">
                <a:moveTo>
                  <a:pt x="0" y="0"/>
                </a:moveTo>
                <a:lnTo>
                  <a:pt x="1670052" y="0"/>
                </a:lnTo>
                <a:lnTo>
                  <a:pt x="1670052" y="2436550"/>
                </a:lnTo>
                <a:lnTo>
                  <a:pt x="0" y="24365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957159" y="4276725"/>
            <a:ext cx="2011425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959"/>
              </a:lnSpc>
            </a:pPr>
            <a:r>
              <a:rPr lang="en-US" b="true" sz="10799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00312" y="6313225"/>
            <a:ext cx="749138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9"/>
              </a:lnSpc>
            </a:pPr>
            <a:r>
              <a:rPr lang="en-US" sz="5499">
                <a:solidFill>
                  <a:srgbClr val="213B55"/>
                </a:solidFill>
                <a:latin typeface="Arimo"/>
                <a:ea typeface="Arimo"/>
                <a:cs typeface="Arimo"/>
                <a:sym typeface="Arimo"/>
              </a:rPr>
              <a:t>Fundamentos Locales</a:t>
            </a:r>
            <a:r>
              <a:rPr lang="en-US" sz="5499">
                <a:solidFill>
                  <a:srgbClr val="77C6FC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AutoShape 24" id="24"/>
          <p:cNvSpPr/>
          <p:nvPr/>
        </p:nvSpPr>
        <p:spPr>
          <a:xfrm>
            <a:off x="5037831" y="1066851"/>
            <a:ext cx="2285250" cy="631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>
            <a:off x="2201625" y="1018454"/>
            <a:ext cx="2703450" cy="649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-146250" y="927837"/>
            <a:ext cx="2683050" cy="8032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643650" y="1064716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745806" y="84655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33378" y="1353666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831612">
            <a:off x="-222392" y="7676050"/>
            <a:ext cx="1960384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446986">
            <a:off x="-366714" y="9329000"/>
            <a:ext cx="1626828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01476" y="83356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578" y="644860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1519839">
            <a:off x="14260327" y="1132900"/>
            <a:ext cx="258144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006087">
            <a:off x="16334617" y="823150"/>
            <a:ext cx="2329867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128550" y="10538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67750" y="34175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515900" y="45930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80100" y="3417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32700" y="22492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88464" y="7668731"/>
            <a:ext cx="2511071" cy="2504037"/>
          </a:xfrm>
          <a:custGeom>
            <a:avLst/>
            <a:gdLst/>
            <a:ahLst/>
            <a:cxnLst/>
            <a:rect r="r" b="b" t="t" l="l"/>
            <a:pathLst>
              <a:path h="2504037" w="2511071">
                <a:moveTo>
                  <a:pt x="0" y="0"/>
                </a:moveTo>
                <a:lnTo>
                  <a:pt x="2511072" y="0"/>
                </a:lnTo>
                <a:lnTo>
                  <a:pt x="2511072" y="2504038"/>
                </a:lnTo>
                <a:lnTo>
                  <a:pt x="0" y="25040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47925" y="1982525"/>
            <a:ext cx="79921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65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Integrantes: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26963" y="3434926"/>
            <a:ext cx="11234075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14718" indent="-507359" lvl="1">
              <a:lnSpc>
                <a:spcPts val="5639"/>
              </a:lnSpc>
              <a:buAutoNum type="arabicPeriod" startAt="1"/>
            </a:pPr>
            <a:r>
              <a:rPr lang="en-US" sz="4699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Brenda G.M </a:t>
            </a:r>
          </a:p>
          <a:p>
            <a:pPr algn="just" marL="1014718" indent="-507359" lvl="1">
              <a:lnSpc>
                <a:spcPts val="5639"/>
              </a:lnSpc>
              <a:buAutoNum type="arabicPeriod" startAt="1"/>
            </a:pPr>
            <a:r>
              <a:rPr lang="en-US" sz="4699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Angela Jazmin G.H</a:t>
            </a:r>
          </a:p>
          <a:p>
            <a:pPr algn="just" marL="1014718" indent="-507359" lvl="1">
              <a:lnSpc>
                <a:spcPts val="5639"/>
              </a:lnSpc>
              <a:buAutoNum type="arabicPeriod" startAt="1"/>
            </a:pPr>
            <a:r>
              <a:rPr lang="en-US" sz="4699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Francisco Eduardo </a:t>
            </a:r>
          </a:p>
          <a:p>
            <a:pPr algn="just" marL="1014718" indent="-507359" lvl="1">
              <a:lnSpc>
                <a:spcPts val="5639"/>
              </a:lnSpc>
              <a:buAutoNum type="arabicPeriod" startAt="1"/>
            </a:pPr>
            <a:r>
              <a:rPr lang="en-US" sz="4699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4699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amela Elizabeth M.C</a:t>
            </a:r>
          </a:p>
          <a:p>
            <a:pPr algn="just" marL="1014718" indent="-507359" lvl="1">
              <a:lnSpc>
                <a:spcPts val="5639"/>
              </a:lnSpc>
              <a:buAutoNum type="arabicPeriod" startAt="1"/>
            </a:pPr>
            <a:r>
              <a:rPr lang="en-US" sz="4699">
                <a:solidFill>
                  <a:srgbClr val="434343"/>
                </a:solidFill>
                <a:latin typeface="Arimo"/>
                <a:ea typeface="Arimo"/>
                <a:cs typeface="Arimo"/>
                <a:sym typeface="Arimo"/>
              </a:rPr>
              <a:t>José Luis H.G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68988" y="88660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86959">
            <a:off x="14329607" y="7830000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258700" y="85843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8476" y="74412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65526" y="64249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5386959">
            <a:off x="-1063493" y="2502626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65700" y="583576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5476" y="230627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2476" y="3557676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5700" y="400632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6200" y="41697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58700" y="99774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95100" y="6858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5384913">
            <a:off x="14644004" y="2160900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913">
            <a:off x="-734396" y="8132168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334125" y="9166251"/>
            <a:ext cx="203850" cy="203850"/>
            <a:chOff x="0" y="0"/>
            <a:chExt cx="271800" cy="271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4125" y="7871151"/>
            <a:ext cx="203850" cy="203850"/>
            <a:chOff x="0" y="0"/>
            <a:chExt cx="271800" cy="271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712525" y="2897475"/>
            <a:ext cx="203850" cy="203850"/>
            <a:chOff x="0" y="0"/>
            <a:chExt cx="271800" cy="271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712525" y="460225"/>
            <a:ext cx="203850" cy="203850"/>
            <a:chOff x="0" y="0"/>
            <a:chExt cx="271800" cy="271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7456522" y="1045482"/>
            <a:ext cx="3374953" cy="3374953"/>
          </a:xfrm>
          <a:custGeom>
            <a:avLst/>
            <a:gdLst/>
            <a:ahLst/>
            <a:cxnLst/>
            <a:rect r="r" b="b" t="t" l="l"/>
            <a:pathLst>
              <a:path h="3374953" w="3374953">
                <a:moveTo>
                  <a:pt x="0" y="0"/>
                </a:moveTo>
                <a:lnTo>
                  <a:pt x="3374954" y="0"/>
                </a:lnTo>
                <a:lnTo>
                  <a:pt x="3374954" y="3374954"/>
                </a:lnTo>
                <a:lnTo>
                  <a:pt x="0" y="337495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553084" y="2084412"/>
            <a:ext cx="1182910" cy="1181278"/>
          </a:xfrm>
          <a:custGeom>
            <a:avLst/>
            <a:gdLst/>
            <a:ahLst/>
            <a:cxnLst/>
            <a:rect r="r" b="b" t="t" l="l"/>
            <a:pathLst>
              <a:path h="1181278" w="1182910">
                <a:moveTo>
                  <a:pt x="0" y="0"/>
                </a:moveTo>
                <a:lnTo>
                  <a:pt x="1182910" y="0"/>
                </a:lnTo>
                <a:lnTo>
                  <a:pt x="1182910" y="1181278"/>
                </a:lnTo>
                <a:lnTo>
                  <a:pt x="0" y="1181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429660" y="8038968"/>
            <a:ext cx="1663136" cy="1654065"/>
          </a:xfrm>
          <a:custGeom>
            <a:avLst/>
            <a:gdLst/>
            <a:ahLst/>
            <a:cxnLst/>
            <a:rect r="r" b="b" t="t" l="l"/>
            <a:pathLst>
              <a:path h="1654065" w="1663136">
                <a:moveTo>
                  <a:pt x="0" y="0"/>
                </a:moveTo>
                <a:lnTo>
                  <a:pt x="1663136" y="0"/>
                </a:lnTo>
                <a:lnTo>
                  <a:pt x="1663136" y="1654064"/>
                </a:lnTo>
                <a:lnTo>
                  <a:pt x="0" y="165406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527178" y="5126750"/>
            <a:ext cx="1473200" cy="1473200"/>
          </a:xfrm>
          <a:custGeom>
            <a:avLst/>
            <a:gdLst/>
            <a:ahLst/>
            <a:cxnLst/>
            <a:rect r="r" b="b" t="t" l="l"/>
            <a:pathLst>
              <a:path h="1473200" w="1473200">
                <a:moveTo>
                  <a:pt x="0" y="0"/>
                </a:moveTo>
                <a:lnTo>
                  <a:pt x="1473200" y="0"/>
                </a:lnTo>
                <a:lnTo>
                  <a:pt x="1473200" y="1473200"/>
                </a:ln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403171" y="1970665"/>
            <a:ext cx="1379251" cy="1256372"/>
          </a:xfrm>
          <a:custGeom>
            <a:avLst/>
            <a:gdLst/>
            <a:ahLst/>
            <a:cxnLst/>
            <a:rect r="r" b="b" t="t" l="l"/>
            <a:pathLst>
              <a:path h="1256372" w="1379251">
                <a:moveTo>
                  <a:pt x="0" y="0"/>
                </a:moveTo>
                <a:lnTo>
                  <a:pt x="1379251" y="0"/>
                </a:lnTo>
                <a:lnTo>
                  <a:pt x="1379251" y="1256372"/>
                </a:lnTo>
                <a:lnTo>
                  <a:pt x="0" y="125637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121091" y="1748276"/>
            <a:ext cx="1569259" cy="1583656"/>
          </a:xfrm>
          <a:custGeom>
            <a:avLst/>
            <a:gdLst/>
            <a:ahLst/>
            <a:cxnLst/>
            <a:rect r="r" b="b" t="t" l="l"/>
            <a:pathLst>
              <a:path h="1583656" w="1569259">
                <a:moveTo>
                  <a:pt x="0" y="0"/>
                </a:moveTo>
                <a:lnTo>
                  <a:pt x="1569259" y="0"/>
                </a:lnTo>
                <a:lnTo>
                  <a:pt x="1569259" y="1583656"/>
                </a:lnTo>
                <a:lnTo>
                  <a:pt x="0" y="158365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425681" y="5009373"/>
            <a:ext cx="94363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5599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¿QUÉ ES?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25681" y="6171042"/>
            <a:ext cx="943635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Git es un sistema de control de versiones que permite guardar, rastrear y gestionar cambios en un proyecto de manera segura. Facilita trabajar en equipo y mantener historial de versiones.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35846" y="2552372"/>
            <a:ext cx="1386787" cy="1591421"/>
          </a:xfrm>
          <a:custGeom>
            <a:avLst/>
            <a:gdLst/>
            <a:ahLst/>
            <a:cxnLst/>
            <a:rect r="r" b="b" t="t" l="l"/>
            <a:pathLst>
              <a:path h="1591421" w="1386787">
                <a:moveTo>
                  <a:pt x="0" y="0"/>
                </a:moveTo>
                <a:lnTo>
                  <a:pt x="1386787" y="0"/>
                </a:lnTo>
                <a:lnTo>
                  <a:pt x="1386787" y="1591420"/>
                </a:lnTo>
                <a:lnTo>
                  <a:pt x="0" y="1591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4850" y="6536143"/>
            <a:ext cx="1393687" cy="1598736"/>
          </a:xfrm>
          <a:custGeom>
            <a:avLst/>
            <a:gdLst/>
            <a:ahLst/>
            <a:cxnLst/>
            <a:rect r="r" b="b" t="t" l="l"/>
            <a:pathLst>
              <a:path h="1598736" w="1393687">
                <a:moveTo>
                  <a:pt x="0" y="0"/>
                </a:moveTo>
                <a:lnTo>
                  <a:pt x="1393687" y="0"/>
                </a:lnTo>
                <a:lnTo>
                  <a:pt x="1393687" y="1598735"/>
                </a:lnTo>
                <a:lnTo>
                  <a:pt x="0" y="1598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0016" y="2552372"/>
            <a:ext cx="1386787" cy="1591421"/>
          </a:xfrm>
          <a:custGeom>
            <a:avLst/>
            <a:gdLst/>
            <a:ahLst/>
            <a:cxnLst/>
            <a:rect r="r" b="b" t="t" l="l"/>
            <a:pathLst>
              <a:path h="1591421" w="1386787">
                <a:moveTo>
                  <a:pt x="0" y="0"/>
                </a:moveTo>
                <a:lnTo>
                  <a:pt x="1386787" y="0"/>
                </a:lnTo>
                <a:lnTo>
                  <a:pt x="1386787" y="1591420"/>
                </a:lnTo>
                <a:lnTo>
                  <a:pt x="0" y="1591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0016" y="6543458"/>
            <a:ext cx="1386787" cy="1591421"/>
          </a:xfrm>
          <a:custGeom>
            <a:avLst/>
            <a:gdLst/>
            <a:ahLst/>
            <a:cxnLst/>
            <a:rect r="r" b="b" t="t" l="l"/>
            <a:pathLst>
              <a:path h="1591421" w="1386787">
                <a:moveTo>
                  <a:pt x="0" y="0"/>
                </a:moveTo>
                <a:lnTo>
                  <a:pt x="1386787" y="0"/>
                </a:lnTo>
                <a:lnTo>
                  <a:pt x="1386787" y="1591420"/>
                </a:lnTo>
                <a:lnTo>
                  <a:pt x="0" y="1591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56773" y="7172364"/>
            <a:ext cx="1887685" cy="1455234"/>
          </a:xfrm>
          <a:custGeom>
            <a:avLst/>
            <a:gdLst/>
            <a:ahLst/>
            <a:cxnLst/>
            <a:rect r="r" b="b" t="t" l="l"/>
            <a:pathLst>
              <a:path h="1455234" w="1887685">
                <a:moveTo>
                  <a:pt x="0" y="0"/>
                </a:moveTo>
                <a:lnTo>
                  <a:pt x="1887686" y="0"/>
                </a:lnTo>
                <a:lnTo>
                  <a:pt x="1887686" y="1455234"/>
                </a:lnTo>
                <a:lnTo>
                  <a:pt x="0" y="14552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51347" y="2655134"/>
            <a:ext cx="1281303" cy="1113569"/>
          </a:xfrm>
          <a:custGeom>
            <a:avLst/>
            <a:gdLst/>
            <a:ahLst/>
            <a:cxnLst/>
            <a:rect r="r" b="b" t="t" l="l"/>
            <a:pathLst>
              <a:path h="1113569" w="1281303">
                <a:moveTo>
                  <a:pt x="0" y="0"/>
                </a:moveTo>
                <a:lnTo>
                  <a:pt x="1281303" y="0"/>
                </a:lnTo>
                <a:lnTo>
                  <a:pt x="1281303" y="1113568"/>
                </a:lnTo>
                <a:lnTo>
                  <a:pt x="0" y="11135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17233" y="7290707"/>
            <a:ext cx="1517674" cy="1517674"/>
          </a:xfrm>
          <a:custGeom>
            <a:avLst/>
            <a:gdLst/>
            <a:ahLst/>
            <a:cxnLst/>
            <a:rect r="r" b="b" t="t" l="l"/>
            <a:pathLst>
              <a:path h="1517674" w="1517674">
                <a:moveTo>
                  <a:pt x="0" y="0"/>
                </a:moveTo>
                <a:lnTo>
                  <a:pt x="1517674" y="0"/>
                </a:lnTo>
                <a:lnTo>
                  <a:pt x="1517674" y="1517674"/>
                </a:lnTo>
                <a:lnTo>
                  <a:pt x="0" y="15176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6406" y="2794375"/>
            <a:ext cx="1374406" cy="1349417"/>
          </a:xfrm>
          <a:custGeom>
            <a:avLst/>
            <a:gdLst/>
            <a:ahLst/>
            <a:cxnLst/>
            <a:rect r="r" b="b" t="t" l="l"/>
            <a:pathLst>
              <a:path h="1349417" w="1374406">
                <a:moveTo>
                  <a:pt x="0" y="0"/>
                </a:moveTo>
                <a:lnTo>
                  <a:pt x="1374406" y="0"/>
                </a:lnTo>
                <a:lnTo>
                  <a:pt x="1374406" y="1349417"/>
                </a:lnTo>
                <a:lnTo>
                  <a:pt x="0" y="13494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35792" y="2875440"/>
            <a:ext cx="786895" cy="56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3"/>
              </a:lnSpc>
            </a:pPr>
            <a:r>
              <a:rPr lang="en-US" sz="43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37203" y="2457122"/>
            <a:ext cx="5429203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b="true" sz="3699">
                <a:solidFill>
                  <a:srgbClr val="02AEEF"/>
                </a:solidFill>
                <a:latin typeface="Arimo Bold"/>
                <a:ea typeface="Arimo Bold"/>
                <a:cs typeface="Arimo Bold"/>
                <a:sym typeface="Arimo Bold"/>
              </a:rPr>
              <a:t>Seguridad local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34075" y="3183343"/>
            <a:ext cx="6350698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Git almacena los cambios de manera comprimida y muy eficiente.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1628" y="6886129"/>
            <a:ext cx="790810" cy="56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8"/>
              </a:lnSpc>
            </a:pPr>
            <a:r>
              <a:rPr lang="en-US" sz="43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72282" y="6440893"/>
            <a:ext cx="5802137" cy="130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b="true" sz="3699">
                <a:solidFill>
                  <a:srgbClr val="02AEEF"/>
                </a:solidFill>
                <a:latin typeface="Arimo Bold"/>
                <a:ea typeface="Arimo Bold"/>
                <a:cs typeface="Arimo Bold"/>
                <a:sym typeface="Arimo Bold"/>
              </a:rPr>
              <a:t>No dependes de servidores externos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72282" y="7772400"/>
            <a:ext cx="545621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Todos los archivos se guardan en tu carpeta .git.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92987" y="3256845"/>
            <a:ext cx="5763581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Tu repositorio vive en tu máquina. Lo que significa que puedes hacer cambios rápidos.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92987" y="2457122"/>
            <a:ext cx="5763581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5"/>
              </a:lnSpc>
            </a:pPr>
            <a:r>
              <a:rPr lang="en-US" b="true" sz="3699">
                <a:solidFill>
                  <a:srgbClr val="02AEEF"/>
                </a:solidFill>
                <a:latin typeface="Arimo Bold"/>
                <a:ea typeface="Arimo Bold"/>
                <a:cs typeface="Arimo Bold"/>
                <a:sym typeface="Arimo Bold"/>
              </a:rPr>
              <a:t>Trabajas sin internet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4478" y="6461854"/>
            <a:ext cx="6228172" cy="13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3"/>
              </a:lnSpc>
            </a:pPr>
            <a:r>
              <a:rPr lang="en-US" b="true" sz="3727">
                <a:solidFill>
                  <a:srgbClr val="02AEEF"/>
                </a:solidFill>
                <a:latin typeface="Arimo Bold"/>
                <a:ea typeface="Arimo Bold"/>
                <a:cs typeface="Arimo Bold"/>
                <a:sym typeface="Arimo Bold"/>
              </a:rPr>
              <a:t>Control preciso del historial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04478" y="7781925"/>
            <a:ext cx="5587521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7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Cada commit guarda un “instante” exacto de tu proyecto.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962" y="2828044"/>
            <a:ext cx="786895" cy="66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3"/>
              </a:lnSpc>
            </a:pPr>
            <a:r>
              <a:rPr lang="en-US" sz="43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962" y="6819130"/>
            <a:ext cx="786895" cy="66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3"/>
              </a:lnSpc>
            </a:pPr>
            <a:r>
              <a:rPr lang="en-US" sz="43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34939" y="535690"/>
            <a:ext cx="32119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VENTAJAS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3917636" y="255160"/>
            <a:ext cx="2285250" cy="631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>
            <a:off x="1233236" y="213660"/>
            <a:ext cx="2703450" cy="649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-1371814" y="45010"/>
            <a:ext cx="2683050" cy="8032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675261" y="259923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613811" y="-85301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95016" y="87824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202886" y="593422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16749184" y="791136"/>
            <a:ext cx="2285250" cy="631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4064784" y="749636"/>
            <a:ext cx="2703450" cy="649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1459734" y="580986"/>
            <a:ext cx="2683050" cy="8032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3506809" y="795898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445359" y="450674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292759" y="399798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9252" y="1196834"/>
            <a:ext cx="12907460" cy="7262272"/>
          </a:xfrm>
          <a:custGeom>
            <a:avLst/>
            <a:gdLst/>
            <a:ahLst/>
            <a:cxnLst/>
            <a:rect r="r" b="b" t="t" l="l"/>
            <a:pathLst>
              <a:path h="7262272" w="12907460">
                <a:moveTo>
                  <a:pt x="0" y="0"/>
                </a:moveTo>
                <a:lnTo>
                  <a:pt x="12907460" y="0"/>
                </a:lnTo>
                <a:lnTo>
                  <a:pt x="12907460" y="7262272"/>
                </a:lnTo>
                <a:lnTo>
                  <a:pt x="0" y="7262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927057">
            <a:off x="5756197" y="9332450"/>
            <a:ext cx="2370938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9989267">
            <a:off x="3076160" y="9299950"/>
            <a:ext cx="2780411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999997">
            <a:off x="450762" y="9208100"/>
            <a:ext cx="2800708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346380">
            <a:off x="-243725" y="8394200"/>
            <a:ext cx="1007782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556666" y="90261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95216" y="868092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2616" y="86300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46394" y="931510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4540" y="8284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527648">
            <a:off x="11962564" y="677900"/>
            <a:ext cx="3064071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514251">
            <a:off x="14728026" y="1659100"/>
            <a:ext cx="2254648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7436612">
            <a:off x="16050933" y="1174750"/>
            <a:ext cx="2887035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128550" y="208050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06100" y="63255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584600" y="6425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58610" y="137414"/>
            <a:ext cx="577228" cy="576674"/>
            <a:chOff x="0" y="0"/>
            <a:chExt cx="769637" cy="7688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9620" cy="768858"/>
            </a:xfrm>
            <a:custGeom>
              <a:avLst/>
              <a:gdLst/>
              <a:ahLst/>
              <a:cxnLst/>
              <a:rect r="r" b="b" t="t" l="l"/>
              <a:pathLst>
                <a:path h="768858" w="769620">
                  <a:moveTo>
                    <a:pt x="384810" y="0"/>
                  </a:moveTo>
                  <a:cubicBezTo>
                    <a:pt x="172212" y="0"/>
                    <a:pt x="0" y="172212"/>
                    <a:pt x="0" y="384048"/>
                  </a:cubicBezTo>
                  <a:cubicBezTo>
                    <a:pt x="0" y="596646"/>
                    <a:pt x="172212" y="768858"/>
                    <a:pt x="384810" y="768858"/>
                  </a:cubicBezTo>
                  <a:cubicBezTo>
                    <a:pt x="597408" y="768858"/>
                    <a:pt x="769620" y="596646"/>
                    <a:pt x="769620" y="384048"/>
                  </a:cubicBezTo>
                  <a:cubicBezTo>
                    <a:pt x="769620" y="172212"/>
                    <a:pt x="597408" y="0"/>
                    <a:pt x="384810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654100" y="13235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731588" y="210418"/>
            <a:ext cx="431252" cy="430674"/>
            <a:chOff x="0" y="0"/>
            <a:chExt cx="575003" cy="5742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5056" cy="574294"/>
            </a:xfrm>
            <a:custGeom>
              <a:avLst/>
              <a:gdLst/>
              <a:ahLst/>
              <a:cxnLst/>
              <a:rect r="r" b="b" t="t" l="l"/>
              <a:pathLst>
                <a:path h="574294" w="575056">
                  <a:moveTo>
                    <a:pt x="287528" y="0"/>
                  </a:moveTo>
                  <a:cubicBezTo>
                    <a:pt x="128778" y="0"/>
                    <a:pt x="0" y="128016"/>
                    <a:pt x="0" y="286766"/>
                  </a:cubicBezTo>
                  <a:cubicBezTo>
                    <a:pt x="0" y="445516"/>
                    <a:pt x="128778" y="574294"/>
                    <a:pt x="287528" y="574294"/>
                  </a:cubicBezTo>
                  <a:cubicBezTo>
                    <a:pt x="446278" y="574294"/>
                    <a:pt x="575056" y="445516"/>
                    <a:pt x="575056" y="286766"/>
                  </a:cubicBezTo>
                  <a:cubicBezTo>
                    <a:pt x="575056" y="128016"/>
                    <a:pt x="446278" y="0"/>
                    <a:pt x="2875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1727104" y="205354"/>
            <a:ext cx="440246" cy="440800"/>
          </a:xfrm>
          <a:custGeom>
            <a:avLst/>
            <a:gdLst/>
            <a:ahLst/>
            <a:cxnLst/>
            <a:rect r="r" b="b" t="t" l="l"/>
            <a:pathLst>
              <a:path h="440800" w="440246">
                <a:moveTo>
                  <a:pt x="0" y="0"/>
                </a:moveTo>
                <a:lnTo>
                  <a:pt x="440246" y="0"/>
                </a:lnTo>
                <a:lnTo>
                  <a:pt x="440246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810764" y="289568"/>
            <a:ext cx="272354" cy="272354"/>
            <a:chOff x="0" y="0"/>
            <a:chExt cx="363139" cy="3631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3093" cy="363220"/>
            </a:xfrm>
            <a:custGeom>
              <a:avLst/>
              <a:gdLst/>
              <a:ahLst/>
              <a:cxnLst/>
              <a:rect r="r" b="b" t="t" l="l"/>
              <a:pathLst>
                <a:path h="363220" w="363093">
                  <a:moveTo>
                    <a:pt x="181991" y="0"/>
                  </a:moveTo>
                  <a:cubicBezTo>
                    <a:pt x="81661" y="0"/>
                    <a:pt x="0" y="81661"/>
                    <a:pt x="0" y="181229"/>
                  </a:cubicBezTo>
                  <a:cubicBezTo>
                    <a:pt x="0" y="281559"/>
                    <a:pt x="81534" y="363220"/>
                    <a:pt x="181864" y="363220"/>
                  </a:cubicBezTo>
                  <a:cubicBezTo>
                    <a:pt x="282194" y="363220"/>
                    <a:pt x="363093" y="281559"/>
                    <a:pt x="363093" y="181229"/>
                  </a:cubicBezTo>
                  <a:cubicBezTo>
                    <a:pt x="363093" y="81661"/>
                    <a:pt x="282321" y="0"/>
                    <a:pt x="181991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806280" y="285084"/>
            <a:ext cx="281902" cy="281348"/>
          </a:xfrm>
          <a:custGeom>
            <a:avLst/>
            <a:gdLst/>
            <a:ahLst/>
            <a:cxnLst/>
            <a:rect r="r" b="b" t="t" l="l"/>
            <a:pathLst>
              <a:path h="281348" w="281902">
                <a:moveTo>
                  <a:pt x="0" y="0"/>
                </a:moveTo>
                <a:lnTo>
                  <a:pt x="281902" y="0"/>
                </a:lnTo>
                <a:lnTo>
                  <a:pt x="281902" y="281348"/>
                </a:lnTo>
                <a:lnTo>
                  <a:pt x="0" y="28134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980100" y="3417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356700" y="33160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59553" y="478849"/>
            <a:ext cx="1597952" cy="1601651"/>
          </a:xfrm>
          <a:custGeom>
            <a:avLst/>
            <a:gdLst/>
            <a:ahLst/>
            <a:cxnLst/>
            <a:rect r="r" b="b" t="t" l="l"/>
            <a:pathLst>
              <a:path h="1601651" w="1597952">
                <a:moveTo>
                  <a:pt x="0" y="0"/>
                </a:moveTo>
                <a:lnTo>
                  <a:pt x="1597952" y="0"/>
                </a:lnTo>
                <a:lnTo>
                  <a:pt x="1597952" y="1601651"/>
                </a:lnTo>
                <a:lnTo>
                  <a:pt x="0" y="1601651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174413" y="8076175"/>
            <a:ext cx="1532313" cy="1532313"/>
          </a:xfrm>
          <a:custGeom>
            <a:avLst/>
            <a:gdLst/>
            <a:ahLst/>
            <a:cxnLst/>
            <a:rect r="r" b="b" t="t" l="l"/>
            <a:pathLst>
              <a:path h="1532313" w="1532313">
                <a:moveTo>
                  <a:pt x="0" y="0"/>
                </a:moveTo>
                <a:lnTo>
                  <a:pt x="1532313" y="0"/>
                </a:lnTo>
                <a:lnTo>
                  <a:pt x="1532313" y="1532313"/>
                </a:lnTo>
                <a:lnTo>
                  <a:pt x="0" y="153231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63885" y="6516445"/>
            <a:ext cx="1901511" cy="1465892"/>
          </a:xfrm>
          <a:custGeom>
            <a:avLst/>
            <a:gdLst/>
            <a:ahLst/>
            <a:cxnLst/>
            <a:rect r="r" b="b" t="t" l="l"/>
            <a:pathLst>
              <a:path h="1465892" w="1901511">
                <a:moveTo>
                  <a:pt x="0" y="0"/>
                </a:moveTo>
                <a:lnTo>
                  <a:pt x="1901512" y="0"/>
                </a:lnTo>
                <a:lnTo>
                  <a:pt x="1901512" y="1465893"/>
                </a:lnTo>
                <a:lnTo>
                  <a:pt x="0" y="146589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02471" y="2416787"/>
            <a:ext cx="1939298" cy="1579647"/>
          </a:xfrm>
          <a:custGeom>
            <a:avLst/>
            <a:gdLst/>
            <a:ahLst/>
            <a:cxnLst/>
            <a:rect r="r" b="b" t="t" l="l"/>
            <a:pathLst>
              <a:path h="1579647" w="1939298">
                <a:moveTo>
                  <a:pt x="0" y="0"/>
                </a:moveTo>
                <a:lnTo>
                  <a:pt x="1939299" y="0"/>
                </a:lnTo>
                <a:lnTo>
                  <a:pt x="1939299" y="1579647"/>
                </a:lnTo>
                <a:lnTo>
                  <a:pt x="0" y="157964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942408" y="3722375"/>
            <a:ext cx="9372967" cy="36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También conocida como “Índice” o “Área de preparación”  es la zona intermedia donde Git prepara los archivos antes de guardarlos. Solo lo que está aquí pasará al repositorio. Permite preparar y organizar los cambios que se incluirán en la próxima (commit), en lugar de confirmarlo todo de una vez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89541" y="2081762"/>
            <a:ext cx="76261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2"/>
              </a:lnSpc>
            </a:pPr>
            <a:r>
              <a:rPr lang="en-US" sz="9802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Staging Area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1795">
            <a:off x="-2959286" y="3979284"/>
            <a:ext cx="7982273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82870">
            <a:off x="15420501" y="1899684"/>
            <a:ext cx="3823097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6550" y="6601558"/>
            <a:ext cx="689472" cy="690770"/>
          </a:xfrm>
          <a:custGeom>
            <a:avLst/>
            <a:gdLst/>
            <a:ahLst/>
            <a:cxnLst/>
            <a:rect r="r" b="b" t="t" l="l"/>
            <a:pathLst>
              <a:path h="690770" w="689472">
                <a:moveTo>
                  <a:pt x="0" y="0"/>
                </a:moveTo>
                <a:lnTo>
                  <a:pt x="689472" y="0"/>
                </a:lnTo>
                <a:lnTo>
                  <a:pt x="689472" y="690770"/>
                </a:lnTo>
                <a:lnTo>
                  <a:pt x="0" y="690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40026" y="1429484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3422" y="930154"/>
            <a:ext cx="1015124" cy="1015968"/>
          </a:xfrm>
          <a:custGeom>
            <a:avLst/>
            <a:gdLst/>
            <a:ahLst/>
            <a:cxnLst/>
            <a:rect r="r" b="b" t="t" l="l"/>
            <a:pathLst>
              <a:path h="1015968" w="1015124">
                <a:moveTo>
                  <a:pt x="0" y="0"/>
                </a:moveTo>
                <a:lnTo>
                  <a:pt x="1015124" y="0"/>
                </a:lnTo>
                <a:lnTo>
                  <a:pt x="1015124" y="1015968"/>
                </a:lnTo>
                <a:lnTo>
                  <a:pt x="0" y="10159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38143" y="92853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62051" y="2763550"/>
            <a:ext cx="841592" cy="741464"/>
          </a:xfrm>
          <a:custGeom>
            <a:avLst/>
            <a:gdLst/>
            <a:ahLst/>
            <a:cxnLst/>
            <a:rect r="r" b="b" t="t" l="l"/>
            <a:pathLst>
              <a:path h="741464" w="841592">
                <a:moveTo>
                  <a:pt x="0" y="0"/>
                </a:moveTo>
                <a:lnTo>
                  <a:pt x="841592" y="0"/>
                </a:lnTo>
                <a:lnTo>
                  <a:pt x="841592" y="741464"/>
                </a:lnTo>
                <a:lnTo>
                  <a:pt x="0" y="741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13888" y="2763550"/>
            <a:ext cx="841592" cy="843540"/>
          </a:xfrm>
          <a:custGeom>
            <a:avLst/>
            <a:gdLst/>
            <a:ahLst/>
            <a:cxnLst/>
            <a:rect r="r" b="b" t="t" l="l"/>
            <a:pathLst>
              <a:path h="843540" w="841592">
                <a:moveTo>
                  <a:pt x="0" y="0"/>
                </a:moveTo>
                <a:lnTo>
                  <a:pt x="841592" y="0"/>
                </a:lnTo>
                <a:lnTo>
                  <a:pt x="841592" y="843540"/>
                </a:lnTo>
                <a:lnTo>
                  <a:pt x="0" y="8435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93718" y="2713523"/>
            <a:ext cx="843828" cy="841518"/>
          </a:xfrm>
          <a:custGeom>
            <a:avLst/>
            <a:gdLst/>
            <a:ahLst/>
            <a:cxnLst/>
            <a:rect r="r" b="b" t="t" l="l"/>
            <a:pathLst>
              <a:path h="841518" w="843828">
                <a:moveTo>
                  <a:pt x="0" y="0"/>
                </a:moveTo>
                <a:lnTo>
                  <a:pt x="843828" y="0"/>
                </a:lnTo>
                <a:lnTo>
                  <a:pt x="843828" y="841518"/>
                </a:lnTo>
                <a:lnTo>
                  <a:pt x="0" y="8415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5323047" y="4100037"/>
            <a:ext cx="2218023" cy="1043463"/>
            <a:chOff x="0" y="0"/>
            <a:chExt cx="1133814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3814" cy="533400"/>
            </a:xfrm>
            <a:custGeom>
              <a:avLst/>
              <a:gdLst/>
              <a:ahLst/>
              <a:cxnLst/>
              <a:rect r="r" b="b" t="t" l="l"/>
              <a:pathLst>
                <a:path h="533400" w="1133814">
                  <a:moveTo>
                    <a:pt x="239386" y="166418"/>
                  </a:moveTo>
                  <a:lnTo>
                    <a:pt x="1133814" y="166418"/>
                  </a:lnTo>
                  <a:lnTo>
                    <a:pt x="1133814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E2A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1013164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1008260" y="4100036"/>
            <a:ext cx="2011461" cy="1043464"/>
            <a:chOff x="0" y="0"/>
            <a:chExt cx="1028223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8223" cy="533400"/>
            </a:xfrm>
            <a:custGeom>
              <a:avLst/>
              <a:gdLst/>
              <a:ahLst/>
              <a:cxnLst/>
              <a:rect r="r" b="b" t="t" l="l"/>
              <a:pathLst>
                <a:path h="533400" w="1028223">
                  <a:moveTo>
                    <a:pt x="239386" y="166418"/>
                  </a:moveTo>
                  <a:lnTo>
                    <a:pt x="1028223" y="166418"/>
                  </a:lnTo>
                  <a:lnTo>
                    <a:pt x="1028223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E2A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27000"/>
              <a:ext cx="907573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540619" y="92313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68987" y="92583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607047" y="754600"/>
            <a:ext cx="1060997" cy="1074675"/>
          </a:xfrm>
          <a:custGeom>
            <a:avLst/>
            <a:gdLst/>
            <a:ahLst/>
            <a:cxnLst/>
            <a:rect r="r" b="b" t="t" l="l"/>
            <a:pathLst>
              <a:path h="1074675" w="1060997">
                <a:moveTo>
                  <a:pt x="0" y="0"/>
                </a:moveTo>
                <a:lnTo>
                  <a:pt x="1060998" y="0"/>
                </a:lnTo>
                <a:lnTo>
                  <a:pt x="1060998" y="1074674"/>
                </a:lnTo>
                <a:lnTo>
                  <a:pt x="0" y="107467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67669" y="829975"/>
            <a:ext cx="10972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Ciclo de vida de los archivos GIT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70633" y="3858358"/>
            <a:ext cx="334695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STAGING AREA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(Área De 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Preparación)</a:t>
            </a:r>
          </a:p>
          <a:p>
            <a:pPr algn="ctr">
              <a:lnSpc>
                <a:spcPts val="432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509372" y="3682622"/>
            <a:ext cx="334695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WORKING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DIRECTORY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(Tu Proyecto)</a:t>
            </a:r>
          </a:p>
          <a:p>
            <a:pPr algn="ctr">
              <a:lnSpc>
                <a:spcPts val="43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200718" y="4029075"/>
            <a:ext cx="334695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REPOSITORY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(Repositorio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Local)</a:t>
            </a:r>
          </a:p>
          <a:p>
            <a:pPr algn="ctr">
              <a:lnSpc>
                <a:spcPts val="432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461108" y="6086475"/>
            <a:ext cx="3547152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Es una zona intermedia donde colocas los cambios que quieres guardar en el próximo commit.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6022" y="5590969"/>
            <a:ext cx="3740277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Es la carpeta en tu computadora donde ves y editas los archivos tal cual existen: código, imágenes, documentos, etc.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24684" y="5733844"/>
            <a:ext cx="4634616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1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Es la base de datos interna de Git, ubicada en la carpeta invisible .git/.</a:t>
            </a:r>
          </a:p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 Ahí se guarda todo el historial de commits, las ramas, las referencias y la estructura del proyecto.</a:t>
            </a:r>
            <a:r>
              <a:rPr lang="en-US" sz="30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6390">
            <a:off x="3276874" y="1172250"/>
            <a:ext cx="337495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285748">
            <a:off x="1308276" y="1802750"/>
            <a:ext cx="2254648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09451" y="2659"/>
            <a:ext cx="1612050" cy="239505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44624" y="1654525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00800" y="7762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32562" y="995264"/>
            <a:ext cx="577228" cy="576674"/>
            <a:chOff x="0" y="0"/>
            <a:chExt cx="769637" cy="7688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9620" cy="768858"/>
            </a:xfrm>
            <a:custGeom>
              <a:avLst/>
              <a:gdLst/>
              <a:ahLst/>
              <a:cxnLst/>
              <a:rect r="r" b="b" t="t" l="l"/>
              <a:pathLst>
                <a:path h="768858" w="769620">
                  <a:moveTo>
                    <a:pt x="384810" y="0"/>
                  </a:moveTo>
                  <a:cubicBezTo>
                    <a:pt x="597408" y="0"/>
                    <a:pt x="769620" y="172212"/>
                    <a:pt x="769620" y="384048"/>
                  </a:cubicBezTo>
                  <a:cubicBezTo>
                    <a:pt x="769620" y="596646"/>
                    <a:pt x="597408" y="768858"/>
                    <a:pt x="384810" y="768858"/>
                  </a:cubicBezTo>
                  <a:cubicBezTo>
                    <a:pt x="172212" y="768858"/>
                    <a:pt x="0" y="596646"/>
                    <a:pt x="0" y="384048"/>
                  </a:cubicBezTo>
                  <a:cubicBezTo>
                    <a:pt x="0" y="172212"/>
                    <a:pt x="172212" y="0"/>
                    <a:pt x="384810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328078" y="99020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405560" y="1068268"/>
            <a:ext cx="431252" cy="430674"/>
            <a:chOff x="0" y="0"/>
            <a:chExt cx="575003" cy="574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056" cy="574294"/>
            </a:xfrm>
            <a:custGeom>
              <a:avLst/>
              <a:gdLst/>
              <a:ahLst/>
              <a:cxnLst/>
              <a:rect r="r" b="b" t="t" l="l"/>
              <a:pathLst>
                <a:path h="574294" w="575056">
                  <a:moveTo>
                    <a:pt x="287528" y="0"/>
                  </a:moveTo>
                  <a:cubicBezTo>
                    <a:pt x="446278" y="0"/>
                    <a:pt x="575056" y="128016"/>
                    <a:pt x="575056" y="286766"/>
                  </a:cubicBezTo>
                  <a:cubicBezTo>
                    <a:pt x="575056" y="445516"/>
                    <a:pt x="446151" y="574294"/>
                    <a:pt x="287528" y="574294"/>
                  </a:cubicBezTo>
                  <a:cubicBezTo>
                    <a:pt x="128905" y="574294"/>
                    <a:pt x="0" y="445516"/>
                    <a:pt x="0" y="286766"/>
                  </a:cubicBezTo>
                  <a:cubicBezTo>
                    <a:pt x="0" y="128016"/>
                    <a:pt x="128778" y="0"/>
                    <a:pt x="2875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401050" y="1063204"/>
            <a:ext cx="440246" cy="440800"/>
          </a:xfrm>
          <a:custGeom>
            <a:avLst/>
            <a:gdLst/>
            <a:ahLst/>
            <a:cxnLst/>
            <a:rect r="r" b="b" t="t" l="l"/>
            <a:pathLst>
              <a:path h="440800" w="440246">
                <a:moveTo>
                  <a:pt x="0" y="0"/>
                </a:moveTo>
                <a:lnTo>
                  <a:pt x="440246" y="0"/>
                </a:lnTo>
                <a:lnTo>
                  <a:pt x="440246" y="440800"/>
                </a:lnTo>
                <a:lnTo>
                  <a:pt x="0" y="440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485282" y="1147418"/>
            <a:ext cx="272354" cy="272354"/>
            <a:chOff x="0" y="0"/>
            <a:chExt cx="363139" cy="3631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3093" cy="363220"/>
            </a:xfrm>
            <a:custGeom>
              <a:avLst/>
              <a:gdLst/>
              <a:ahLst/>
              <a:cxnLst/>
              <a:rect r="r" b="b" t="t" l="l"/>
              <a:pathLst>
                <a:path h="363220" w="363093">
                  <a:moveTo>
                    <a:pt x="181229" y="0"/>
                  </a:moveTo>
                  <a:cubicBezTo>
                    <a:pt x="281559" y="0"/>
                    <a:pt x="363093" y="81661"/>
                    <a:pt x="363093" y="181229"/>
                  </a:cubicBezTo>
                  <a:cubicBezTo>
                    <a:pt x="363093" y="281559"/>
                    <a:pt x="281559" y="363220"/>
                    <a:pt x="181229" y="363220"/>
                  </a:cubicBezTo>
                  <a:cubicBezTo>
                    <a:pt x="80899" y="363220"/>
                    <a:pt x="0" y="281559"/>
                    <a:pt x="0" y="181229"/>
                  </a:cubicBezTo>
                  <a:cubicBezTo>
                    <a:pt x="0" y="81661"/>
                    <a:pt x="80899" y="0"/>
                    <a:pt x="181229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480218" y="1142934"/>
            <a:ext cx="281902" cy="281348"/>
          </a:xfrm>
          <a:custGeom>
            <a:avLst/>
            <a:gdLst/>
            <a:ahLst/>
            <a:cxnLst/>
            <a:rect r="r" b="b" t="t" l="l"/>
            <a:pathLst>
              <a:path h="281348" w="281902">
                <a:moveTo>
                  <a:pt x="0" y="0"/>
                </a:moveTo>
                <a:lnTo>
                  <a:pt x="281902" y="0"/>
                </a:lnTo>
                <a:lnTo>
                  <a:pt x="281902" y="281348"/>
                </a:lnTo>
                <a:lnTo>
                  <a:pt x="0" y="2813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054224" y="7222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0824" y="4854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03424" y="33072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rot="1519839">
            <a:off x="1449177" y="8967500"/>
            <a:ext cx="258144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8006087">
            <a:off x="-373533" y="9277250"/>
            <a:ext cx="2329867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998800" y="78818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639150" y="91735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25050" y="929110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60824" y="97046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108224" y="77972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085175" y="1142934"/>
            <a:ext cx="7777937" cy="7777937"/>
          </a:xfrm>
          <a:custGeom>
            <a:avLst/>
            <a:gdLst/>
            <a:ahLst/>
            <a:cxnLst/>
            <a:rect r="r" b="b" t="t" l="l"/>
            <a:pathLst>
              <a:path h="7777937" w="7777937">
                <a:moveTo>
                  <a:pt x="0" y="0"/>
                </a:moveTo>
                <a:lnTo>
                  <a:pt x="7777937" y="0"/>
                </a:lnTo>
                <a:lnTo>
                  <a:pt x="7777937" y="7777937"/>
                </a:lnTo>
                <a:lnTo>
                  <a:pt x="0" y="777793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10662" y="1878629"/>
            <a:ext cx="6289200" cy="6306000"/>
          </a:xfrm>
          <a:custGeom>
            <a:avLst/>
            <a:gdLst/>
            <a:ahLst/>
            <a:cxnLst/>
            <a:rect r="r" b="b" t="t" l="l"/>
            <a:pathLst>
              <a:path h="6306000" w="6289200">
                <a:moveTo>
                  <a:pt x="0" y="0"/>
                </a:moveTo>
                <a:lnTo>
                  <a:pt x="6289200" y="0"/>
                </a:lnTo>
                <a:lnTo>
                  <a:pt x="6289200" y="6306000"/>
                </a:lnTo>
                <a:lnTo>
                  <a:pt x="0" y="6306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56143" t="0" r="-4335" b="0"/>
            </a:stretch>
          </a:blipFill>
        </p:spPr>
      </p:sp>
      <p:sp>
        <p:nvSpPr>
          <p:cNvPr name="AutoShape 28" id="28"/>
          <p:cNvSpPr/>
          <p:nvPr/>
        </p:nvSpPr>
        <p:spPr>
          <a:xfrm flipH="true">
            <a:off x="16490141" y="293042"/>
            <a:ext cx="2703450" cy="649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3885091" y="124391"/>
            <a:ext cx="2683050" cy="8032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5932166" y="339304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18116" y="-56796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>
            <a:off x="15754425" y="9342587"/>
            <a:ext cx="2285250" cy="631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>
            <a:off x="13070025" y="9301088"/>
            <a:ext cx="2703450" cy="6496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0464975" y="9132437"/>
            <a:ext cx="2683050" cy="8032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2488225" y="917350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450600" y="900212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298000" y="89512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7701778" y="963630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962420" y="7881850"/>
            <a:ext cx="1799700" cy="1799700"/>
          </a:xfrm>
          <a:custGeom>
            <a:avLst/>
            <a:gdLst/>
            <a:ahLst/>
            <a:cxnLst/>
            <a:rect r="r" b="b" t="t" l="l"/>
            <a:pathLst>
              <a:path h="1799700" w="1799700">
                <a:moveTo>
                  <a:pt x="0" y="0"/>
                </a:moveTo>
                <a:lnTo>
                  <a:pt x="1799700" y="0"/>
                </a:lnTo>
                <a:lnTo>
                  <a:pt x="1799700" y="1799700"/>
                </a:lnTo>
                <a:lnTo>
                  <a:pt x="0" y="1799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801345" y="528320"/>
            <a:ext cx="1607282" cy="1391030"/>
          </a:xfrm>
          <a:custGeom>
            <a:avLst/>
            <a:gdLst/>
            <a:ahLst/>
            <a:cxnLst/>
            <a:rect r="r" b="b" t="t" l="l"/>
            <a:pathLst>
              <a:path h="1391030" w="1607282">
                <a:moveTo>
                  <a:pt x="0" y="0"/>
                </a:moveTo>
                <a:lnTo>
                  <a:pt x="1607282" y="0"/>
                </a:lnTo>
                <a:lnTo>
                  <a:pt x="1607282" y="1391030"/>
                </a:lnTo>
                <a:lnTo>
                  <a:pt x="0" y="139103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401825" y="3915300"/>
            <a:ext cx="7987455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Son </a:t>
            </a:r>
            <a:r>
              <a:rPr lang="en-US" sz="38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instrucciones que se usan para interactuar con un sistema de control de versiones</a:t>
            </a:r>
            <a:r>
              <a:rPr lang="en-US" sz="38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, permitiendo realizar operaciones como rastrear cambios, guardar instantáneas del proyecto y gestionar ramas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01825" y="1900300"/>
            <a:ext cx="847380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¿QUÉ SON LOS COMANDOS EN GIT?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86959">
            <a:off x="14329607" y="7830000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58700" y="85843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8476" y="74412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65526" y="64249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386959">
            <a:off x="-1063493" y="2502626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5700" y="583576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5476" y="230627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476" y="3557676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5700" y="400632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00" y="41697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58700" y="99774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95100" y="6858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rot="5384913">
            <a:off x="14644004" y="2160900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913">
            <a:off x="-734396" y="8132168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34125" y="9166251"/>
            <a:ext cx="203850" cy="203850"/>
            <a:chOff x="0" y="0"/>
            <a:chExt cx="271800" cy="27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4125" y="7871151"/>
            <a:ext cx="203850" cy="203850"/>
            <a:chOff x="0" y="0"/>
            <a:chExt cx="271800" cy="271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712525" y="2897475"/>
            <a:ext cx="203850" cy="203850"/>
            <a:chOff x="0" y="0"/>
            <a:chExt cx="271800" cy="271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712525" y="460225"/>
            <a:ext cx="203850" cy="203850"/>
            <a:chOff x="0" y="0"/>
            <a:chExt cx="271800" cy="271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2075" y="2261889"/>
            <a:ext cx="5371050" cy="6463650"/>
            <a:chOff x="0" y="0"/>
            <a:chExt cx="7161400" cy="8618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7136003" cy="8592820"/>
            </a:xfrm>
            <a:custGeom>
              <a:avLst/>
              <a:gdLst/>
              <a:ahLst/>
              <a:cxnLst/>
              <a:rect r="r" b="b" t="t" l="l"/>
              <a:pathLst>
                <a:path h="8592820" w="7136003">
                  <a:moveTo>
                    <a:pt x="0" y="1190117"/>
                  </a:moveTo>
                  <a:cubicBezTo>
                    <a:pt x="0" y="532765"/>
                    <a:pt x="532511" y="0"/>
                    <a:pt x="1189355" y="0"/>
                  </a:cubicBezTo>
                  <a:lnTo>
                    <a:pt x="5946648" y="0"/>
                  </a:lnTo>
                  <a:cubicBezTo>
                    <a:pt x="6603492" y="0"/>
                    <a:pt x="7136003" y="532765"/>
                    <a:pt x="7136003" y="1190117"/>
                  </a:cubicBezTo>
                  <a:lnTo>
                    <a:pt x="7136003" y="7402703"/>
                  </a:lnTo>
                  <a:cubicBezTo>
                    <a:pt x="7136003" y="8059928"/>
                    <a:pt x="6603492" y="8592820"/>
                    <a:pt x="5946648" y="8592820"/>
                  </a:cubicBezTo>
                  <a:lnTo>
                    <a:pt x="1189355" y="8592820"/>
                  </a:lnTo>
                  <a:cubicBezTo>
                    <a:pt x="532511" y="8592820"/>
                    <a:pt x="0" y="8059928"/>
                    <a:pt x="0" y="7402703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1403" cy="8618220"/>
            </a:xfrm>
            <a:custGeom>
              <a:avLst/>
              <a:gdLst/>
              <a:ahLst/>
              <a:cxnLst/>
              <a:rect r="r" b="b" t="t" l="l"/>
              <a:pathLst>
                <a:path h="8618220" w="7161403">
                  <a:moveTo>
                    <a:pt x="0" y="1202817"/>
                  </a:moveTo>
                  <a:cubicBezTo>
                    <a:pt x="0" y="538480"/>
                    <a:pt x="538226" y="0"/>
                    <a:pt x="1202055" y="0"/>
                  </a:cubicBezTo>
                  <a:lnTo>
                    <a:pt x="5959348" y="0"/>
                  </a:lnTo>
                  <a:lnTo>
                    <a:pt x="5959348" y="12700"/>
                  </a:lnTo>
                  <a:lnTo>
                    <a:pt x="5959348" y="0"/>
                  </a:lnTo>
                  <a:cubicBezTo>
                    <a:pt x="6623177" y="0"/>
                    <a:pt x="7161403" y="538480"/>
                    <a:pt x="7161403" y="1202817"/>
                  </a:cubicBezTo>
                  <a:lnTo>
                    <a:pt x="7148703" y="1202817"/>
                  </a:lnTo>
                  <a:lnTo>
                    <a:pt x="7161403" y="1202817"/>
                  </a:lnTo>
                  <a:lnTo>
                    <a:pt x="7161403" y="7415403"/>
                  </a:lnTo>
                  <a:lnTo>
                    <a:pt x="7148703" y="7415403"/>
                  </a:lnTo>
                  <a:lnTo>
                    <a:pt x="7161403" y="7415403"/>
                  </a:lnTo>
                  <a:cubicBezTo>
                    <a:pt x="7161403" y="8079613"/>
                    <a:pt x="6623177" y="8618220"/>
                    <a:pt x="5959348" y="8618220"/>
                  </a:cubicBezTo>
                  <a:lnTo>
                    <a:pt x="5959348" y="8605520"/>
                  </a:lnTo>
                  <a:lnTo>
                    <a:pt x="5959348" y="8618220"/>
                  </a:lnTo>
                  <a:lnTo>
                    <a:pt x="1202055" y="8618220"/>
                  </a:lnTo>
                  <a:lnTo>
                    <a:pt x="1202055" y="8605520"/>
                  </a:lnTo>
                  <a:lnTo>
                    <a:pt x="1202055" y="8618220"/>
                  </a:lnTo>
                  <a:cubicBezTo>
                    <a:pt x="538226" y="8618220"/>
                    <a:pt x="0" y="8079740"/>
                    <a:pt x="0" y="7415403"/>
                  </a:cubicBezTo>
                  <a:lnTo>
                    <a:pt x="0" y="1202817"/>
                  </a:lnTo>
                  <a:lnTo>
                    <a:pt x="12700" y="1202817"/>
                  </a:lnTo>
                  <a:lnTo>
                    <a:pt x="0" y="1202817"/>
                  </a:lnTo>
                  <a:moveTo>
                    <a:pt x="25400" y="1202817"/>
                  </a:moveTo>
                  <a:lnTo>
                    <a:pt x="25400" y="7415403"/>
                  </a:lnTo>
                  <a:lnTo>
                    <a:pt x="12700" y="7415403"/>
                  </a:lnTo>
                  <a:lnTo>
                    <a:pt x="25400" y="7415403"/>
                  </a:lnTo>
                  <a:cubicBezTo>
                    <a:pt x="25400" y="8065643"/>
                    <a:pt x="552196" y="8592820"/>
                    <a:pt x="1202055" y="8592820"/>
                  </a:cubicBezTo>
                  <a:lnTo>
                    <a:pt x="5959348" y="8592820"/>
                  </a:lnTo>
                  <a:cubicBezTo>
                    <a:pt x="6609207" y="8592820"/>
                    <a:pt x="7136003" y="8065643"/>
                    <a:pt x="7136003" y="7415403"/>
                  </a:cubicBezTo>
                  <a:lnTo>
                    <a:pt x="7136003" y="1202817"/>
                  </a:lnTo>
                  <a:cubicBezTo>
                    <a:pt x="7136003" y="552577"/>
                    <a:pt x="6609207" y="25400"/>
                    <a:pt x="5959348" y="25400"/>
                  </a:cubicBezTo>
                  <a:lnTo>
                    <a:pt x="1202055" y="25400"/>
                  </a:lnTo>
                  <a:lnTo>
                    <a:pt x="1202055" y="12700"/>
                  </a:lnTo>
                  <a:lnTo>
                    <a:pt x="1202055" y="25400"/>
                  </a:lnTo>
                  <a:cubicBezTo>
                    <a:pt x="552196" y="25400"/>
                    <a:pt x="25400" y="552577"/>
                    <a:pt x="25400" y="1202817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92275" y="2649189"/>
            <a:ext cx="4630650" cy="5689050"/>
            <a:chOff x="0" y="0"/>
            <a:chExt cx="6174200" cy="758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148705" cy="7560056"/>
            </a:xfrm>
            <a:custGeom>
              <a:avLst/>
              <a:gdLst/>
              <a:ahLst/>
              <a:cxnLst/>
              <a:rect r="r" b="b" t="t" l="l"/>
              <a:pathLst>
                <a:path h="7560056" w="6148705">
                  <a:moveTo>
                    <a:pt x="0" y="1025652"/>
                  </a:moveTo>
                  <a:cubicBezTo>
                    <a:pt x="0" y="459232"/>
                    <a:pt x="458851" y="0"/>
                    <a:pt x="1024763" y="0"/>
                  </a:cubicBezTo>
                  <a:lnTo>
                    <a:pt x="5123942" y="0"/>
                  </a:lnTo>
                  <a:cubicBezTo>
                    <a:pt x="5689981" y="0"/>
                    <a:pt x="6148705" y="459232"/>
                    <a:pt x="6148705" y="1025652"/>
                  </a:cubicBezTo>
                  <a:lnTo>
                    <a:pt x="6148705" y="6534404"/>
                  </a:lnTo>
                  <a:cubicBezTo>
                    <a:pt x="6148705" y="7100824"/>
                    <a:pt x="5689854" y="7560056"/>
                    <a:pt x="5123942" y="7560056"/>
                  </a:cubicBezTo>
                  <a:lnTo>
                    <a:pt x="1024763" y="7560056"/>
                  </a:lnTo>
                  <a:cubicBezTo>
                    <a:pt x="458851" y="7560056"/>
                    <a:pt x="0" y="7100824"/>
                    <a:pt x="0" y="65344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74105" cy="7585456"/>
            </a:xfrm>
            <a:custGeom>
              <a:avLst/>
              <a:gdLst/>
              <a:ahLst/>
              <a:cxnLst/>
              <a:rect r="r" b="b" t="t" l="l"/>
              <a:pathLst>
                <a:path h="7585456" w="6174105">
                  <a:moveTo>
                    <a:pt x="0" y="1038352"/>
                  </a:moveTo>
                  <a:cubicBezTo>
                    <a:pt x="0" y="464820"/>
                    <a:pt x="464566" y="0"/>
                    <a:pt x="1037463" y="0"/>
                  </a:cubicBezTo>
                  <a:lnTo>
                    <a:pt x="5136642" y="0"/>
                  </a:lnTo>
                  <a:lnTo>
                    <a:pt x="5136642" y="12700"/>
                  </a:lnTo>
                  <a:lnTo>
                    <a:pt x="5136642" y="0"/>
                  </a:lnTo>
                  <a:cubicBezTo>
                    <a:pt x="5709666" y="0"/>
                    <a:pt x="6174105" y="464820"/>
                    <a:pt x="6174105" y="1038352"/>
                  </a:cubicBezTo>
                  <a:lnTo>
                    <a:pt x="6161405" y="1038352"/>
                  </a:lnTo>
                  <a:lnTo>
                    <a:pt x="6174105" y="1038352"/>
                  </a:lnTo>
                  <a:lnTo>
                    <a:pt x="6174105" y="6547104"/>
                  </a:lnTo>
                  <a:lnTo>
                    <a:pt x="6161405" y="6547104"/>
                  </a:lnTo>
                  <a:lnTo>
                    <a:pt x="6174105" y="6547104"/>
                  </a:lnTo>
                  <a:cubicBezTo>
                    <a:pt x="6174105" y="7120510"/>
                    <a:pt x="5709539" y="7585456"/>
                    <a:pt x="5136642" y="7585456"/>
                  </a:cubicBezTo>
                  <a:lnTo>
                    <a:pt x="5136642" y="7572756"/>
                  </a:lnTo>
                  <a:lnTo>
                    <a:pt x="5136642" y="7585456"/>
                  </a:lnTo>
                  <a:lnTo>
                    <a:pt x="1037463" y="7585456"/>
                  </a:lnTo>
                  <a:lnTo>
                    <a:pt x="1037463" y="7572756"/>
                  </a:lnTo>
                  <a:lnTo>
                    <a:pt x="1037463" y="7585456"/>
                  </a:lnTo>
                  <a:cubicBezTo>
                    <a:pt x="464566" y="7585456"/>
                    <a:pt x="0" y="7120509"/>
                    <a:pt x="0" y="6547104"/>
                  </a:cubicBezTo>
                  <a:lnTo>
                    <a:pt x="0" y="1038352"/>
                  </a:lnTo>
                  <a:lnTo>
                    <a:pt x="12700" y="1038352"/>
                  </a:lnTo>
                  <a:lnTo>
                    <a:pt x="0" y="1038352"/>
                  </a:lnTo>
                  <a:moveTo>
                    <a:pt x="25400" y="1038352"/>
                  </a:moveTo>
                  <a:lnTo>
                    <a:pt x="25400" y="6547104"/>
                  </a:lnTo>
                  <a:lnTo>
                    <a:pt x="12700" y="6547104"/>
                  </a:lnTo>
                  <a:lnTo>
                    <a:pt x="25400" y="6547104"/>
                  </a:lnTo>
                  <a:cubicBezTo>
                    <a:pt x="25400" y="7106539"/>
                    <a:pt x="478536" y="7560056"/>
                    <a:pt x="1037463" y="7560056"/>
                  </a:cubicBezTo>
                  <a:lnTo>
                    <a:pt x="5136642" y="7560056"/>
                  </a:lnTo>
                  <a:cubicBezTo>
                    <a:pt x="5695569" y="7560056"/>
                    <a:pt x="6148705" y="7106539"/>
                    <a:pt x="6148705" y="6547104"/>
                  </a:cubicBezTo>
                  <a:lnTo>
                    <a:pt x="6148705" y="1038352"/>
                  </a:lnTo>
                  <a:cubicBezTo>
                    <a:pt x="6148832" y="478917"/>
                    <a:pt x="5695696" y="25400"/>
                    <a:pt x="5136642" y="25400"/>
                  </a:cubicBezTo>
                  <a:lnTo>
                    <a:pt x="1037463" y="25400"/>
                  </a:lnTo>
                  <a:lnTo>
                    <a:pt x="1037463" y="12700"/>
                  </a:lnTo>
                  <a:lnTo>
                    <a:pt x="1037463" y="25400"/>
                  </a:lnTo>
                  <a:cubicBezTo>
                    <a:pt x="478536" y="25400"/>
                    <a:pt x="25400" y="478917"/>
                    <a:pt x="25400" y="1038352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594925" y="2261889"/>
            <a:ext cx="5371050" cy="6463650"/>
            <a:chOff x="0" y="0"/>
            <a:chExt cx="7161400" cy="8618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7136003" cy="8592820"/>
            </a:xfrm>
            <a:custGeom>
              <a:avLst/>
              <a:gdLst/>
              <a:ahLst/>
              <a:cxnLst/>
              <a:rect r="r" b="b" t="t" l="l"/>
              <a:pathLst>
                <a:path h="8592820" w="7136003">
                  <a:moveTo>
                    <a:pt x="0" y="1190117"/>
                  </a:moveTo>
                  <a:cubicBezTo>
                    <a:pt x="0" y="532765"/>
                    <a:pt x="532511" y="0"/>
                    <a:pt x="1189355" y="0"/>
                  </a:cubicBezTo>
                  <a:lnTo>
                    <a:pt x="5946648" y="0"/>
                  </a:lnTo>
                  <a:cubicBezTo>
                    <a:pt x="6603492" y="0"/>
                    <a:pt x="7136003" y="532765"/>
                    <a:pt x="7136003" y="1190117"/>
                  </a:cubicBezTo>
                  <a:lnTo>
                    <a:pt x="7136003" y="7402703"/>
                  </a:lnTo>
                  <a:cubicBezTo>
                    <a:pt x="7136003" y="8059928"/>
                    <a:pt x="6603492" y="8592820"/>
                    <a:pt x="5946648" y="8592820"/>
                  </a:cubicBezTo>
                  <a:lnTo>
                    <a:pt x="1189355" y="8592820"/>
                  </a:lnTo>
                  <a:cubicBezTo>
                    <a:pt x="532511" y="8592820"/>
                    <a:pt x="0" y="8059928"/>
                    <a:pt x="0" y="7402703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61403" cy="8618220"/>
            </a:xfrm>
            <a:custGeom>
              <a:avLst/>
              <a:gdLst/>
              <a:ahLst/>
              <a:cxnLst/>
              <a:rect r="r" b="b" t="t" l="l"/>
              <a:pathLst>
                <a:path h="8618220" w="7161403">
                  <a:moveTo>
                    <a:pt x="0" y="1202817"/>
                  </a:moveTo>
                  <a:cubicBezTo>
                    <a:pt x="0" y="538480"/>
                    <a:pt x="538226" y="0"/>
                    <a:pt x="1202055" y="0"/>
                  </a:cubicBezTo>
                  <a:lnTo>
                    <a:pt x="5959348" y="0"/>
                  </a:lnTo>
                  <a:lnTo>
                    <a:pt x="5959348" y="12700"/>
                  </a:lnTo>
                  <a:lnTo>
                    <a:pt x="5959348" y="0"/>
                  </a:lnTo>
                  <a:cubicBezTo>
                    <a:pt x="6623177" y="0"/>
                    <a:pt x="7161403" y="538480"/>
                    <a:pt x="7161403" y="1202817"/>
                  </a:cubicBezTo>
                  <a:lnTo>
                    <a:pt x="7148703" y="1202817"/>
                  </a:lnTo>
                  <a:lnTo>
                    <a:pt x="7161403" y="1202817"/>
                  </a:lnTo>
                  <a:lnTo>
                    <a:pt x="7161403" y="7415403"/>
                  </a:lnTo>
                  <a:lnTo>
                    <a:pt x="7148703" y="7415403"/>
                  </a:lnTo>
                  <a:lnTo>
                    <a:pt x="7161403" y="7415403"/>
                  </a:lnTo>
                  <a:cubicBezTo>
                    <a:pt x="7161403" y="8079613"/>
                    <a:pt x="6623177" y="8618220"/>
                    <a:pt x="5959348" y="8618220"/>
                  </a:cubicBezTo>
                  <a:lnTo>
                    <a:pt x="5959348" y="8605520"/>
                  </a:lnTo>
                  <a:lnTo>
                    <a:pt x="5959348" y="8618220"/>
                  </a:lnTo>
                  <a:lnTo>
                    <a:pt x="1202055" y="8618220"/>
                  </a:lnTo>
                  <a:lnTo>
                    <a:pt x="1202055" y="8605520"/>
                  </a:lnTo>
                  <a:lnTo>
                    <a:pt x="1202055" y="8618220"/>
                  </a:lnTo>
                  <a:cubicBezTo>
                    <a:pt x="538226" y="8618220"/>
                    <a:pt x="0" y="8079740"/>
                    <a:pt x="0" y="7415403"/>
                  </a:cubicBezTo>
                  <a:lnTo>
                    <a:pt x="0" y="1202817"/>
                  </a:lnTo>
                  <a:lnTo>
                    <a:pt x="12700" y="1202817"/>
                  </a:lnTo>
                  <a:lnTo>
                    <a:pt x="0" y="1202817"/>
                  </a:lnTo>
                  <a:moveTo>
                    <a:pt x="25400" y="1202817"/>
                  </a:moveTo>
                  <a:lnTo>
                    <a:pt x="25400" y="7415403"/>
                  </a:lnTo>
                  <a:lnTo>
                    <a:pt x="12700" y="7415403"/>
                  </a:lnTo>
                  <a:lnTo>
                    <a:pt x="25400" y="7415403"/>
                  </a:lnTo>
                  <a:cubicBezTo>
                    <a:pt x="25400" y="8065643"/>
                    <a:pt x="552196" y="8592820"/>
                    <a:pt x="1202055" y="8592820"/>
                  </a:cubicBezTo>
                  <a:lnTo>
                    <a:pt x="5959348" y="8592820"/>
                  </a:lnTo>
                  <a:cubicBezTo>
                    <a:pt x="6609207" y="8592820"/>
                    <a:pt x="7136003" y="8065643"/>
                    <a:pt x="7136003" y="7415403"/>
                  </a:cubicBezTo>
                  <a:lnTo>
                    <a:pt x="7136003" y="1202817"/>
                  </a:lnTo>
                  <a:cubicBezTo>
                    <a:pt x="7136003" y="552577"/>
                    <a:pt x="6609207" y="25400"/>
                    <a:pt x="5959348" y="25400"/>
                  </a:cubicBezTo>
                  <a:lnTo>
                    <a:pt x="1202055" y="25400"/>
                  </a:lnTo>
                  <a:lnTo>
                    <a:pt x="1202055" y="12700"/>
                  </a:lnTo>
                  <a:lnTo>
                    <a:pt x="1202055" y="25400"/>
                  </a:lnTo>
                  <a:cubicBezTo>
                    <a:pt x="552196" y="25400"/>
                    <a:pt x="25400" y="552577"/>
                    <a:pt x="25400" y="1202817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965125" y="2649189"/>
            <a:ext cx="4630650" cy="5689050"/>
            <a:chOff x="0" y="0"/>
            <a:chExt cx="6174200" cy="7585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6148705" cy="7560056"/>
            </a:xfrm>
            <a:custGeom>
              <a:avLst/>
              <a:gdLst/>
              <a:ahLst/>
              <a:cxnLst/>
              <a:rect r="r" b="b" t="t" l="l"/>
              <a:pathLst>
                <a:path h="7560056" w="6148705">
                  <a:moveTo>
                    <a:pt x="0" y="1025652"/>
                  </a:moveTo>
                  <a:cubicBezTo>
                    <a:pt x="0" y="459232"/>
                    <a:pt x="458851" y="0"/>
                    <a:pt x="1024763" y="0"/>
                  </a:cubicBezTo>
                  <a:lnTo>
                    <a:pt x="5123942" y="0"/>
                  </a:lnTo>
                  <a:cubicBezTo>
                    <a:pt x="5689981" y="0"/>
                    <a:pt x="6148705" y="459232"/>
                    <a:pt x="6148705" y="1025652"/>
                  </a:cubicBezTo>
                  <a:lnTo>
                    <a:pt x="6148705" y="6534404"/>
                  </a:lnTo>
                  <a:cubicBezTo>
                    <a:pt x="6148705" y="7100824"/>
                    <a:pt x="5689854" y="7560056"/>
                    <a:pt x="5123942" y="7560056"/>
                  </a:cubicBezTo>
                  <a:lnTo>
                    <a:pt x="1024763" y="7560056"/>
                  </a:lnTo>
                  <a:cubicBezTo>
                    <a:pt x="458851" y="7560056"/>
                    <a:pt x="0" y="7100824"/>
                    <a:pt x="0" y="65344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74105" cy="7585456"/>
            </a:xfrm>
            <a:custGeom>
              <a:avLst/>
              <a:gdLst/>
              <a:ahLst/>
              <a:cxnLst/>
              <a:rect r="r" b="b" t="t" l="l"/>
              <a:pathLst>
                <a:path h="7585456" w="6174105">
                  <a:moveTo>
                    <a:pt x="0" y="1038352"/>
                  </a:moveTo>
                  <a:cubicBezTo>
                    <a:pt x="0" y="464820"/>
                    <a:pt x="464566" y="0"/>
                    <a:pt x="1037463" y="0"/>
                  </a:cubicBezTo>
                  <a:lnTo>
                    <a:pt x="5136642" y="0"/>
                  </a:lnTo>
                  <a:lnTo>
                    <a:pt x="5136642" y="12700"/>
                  </a:lnTo>
                  <a:lnTo>
                    <a:pt x="5136642" y="0"/>
                  </a:lnTo>
                  <a:cubicBezTo>
                    <a:pt x="5709666" y="0"/>
                    <a:pt x="6174105" y="464820"/>
                    <a:pt x="6174105" y="1038352"/>
                  </a:cubicBezTo>
                  <a:lnTo>
                    <a:pt x="6161405" y="1038352"/>
                  </a:lnTo>
                  <a:lnTo>
                    <a:pt x="6174105" y="1038352"/>
                  </a:lnTo>
                  <a:lnTo>
                    <a:pt x="6174105" y="6547104"/>
                  </a:lnTo>
                  <a:lnTo>
                    <a:pt x="6161405" y="6547104"/>
                  </a:lnTo>
                  <a:lnTo>
                    <a:pt x="6174105" y="6547104"/>
                  </a:lnTo>
                  <a:cubicBezTo>
                    <a:pt x="6174105" y="7120510"/>
                    <a:pt x="5709539" y="7585456"/>
                    <a:pt x="5136642" y="7585456"/>
                  </a:cubicBezTo>
                  <a:lnTo>
                    <a:pt x="5136642" y="7572756"/>
                  </a:lnTo>
                  <a:lnTo>
                    <a:pt x="5136642" y="7585456"/>
                  </a:lnTo>
                  <a:lnTo>
                    <a:pt x="1037463" y="7585456"/>
                  </a:lnTo>
                  <a:lnTo>
                    <a:pt x="1037463" y="7572756"/>
                  </a:lnTo>
                  <a:lnTo>
                    <a:pt x="1037463" y="7585456"/>
                  </a:lnTo>
                  <a:cubicBezTo>
                    <a:pt x="464566" y="7585456"/>
                    <a:pt x="0" y="7120509"/>
                    <a:pt x="0" y="6547104"/>
                  </a:cubicBezTo>
                  <a:lnTo>
                    <a:pt x="0" y="1038352"/>
                  </a:lnTo>
                  <a:lnTo>
                    <a:pt x="12700" y="1038352"/>
                  </a:lnTo>
                  <a:lnTo>
                    <a:pt x="0" y="1038352"/>
                  </a:lnTo>
                  <a:moveTo>
                    <a:pt x="25400" y="1038352"/>
                  </a:moveTo>
                  <a:lnTo>
                    <a:pt x="25400" y="6547104"/>
                  </a:lnTo>
                  <a:lnTo>
                    <a:pt x="12700" y="6547104"/>
                  </a:lnTo>
                  <a:lnTo>
                    <a:pt x="25400" y="6547104"/>
                  </a:lnTo>
                  <a:cubicBezTo>
                    <a:pt x="25400" y="7106539"/>
                    <a:pt x="478536" y="7560056"/>
                    <a:pt x="1037463" y="7560056"/>
                  </a:cubicBezTo>
                  <a:lnTo>
                    <a:pt x="5136642" y="7560056"/>
                  </a:lnTo>
                  <a:cubicBezTo>
                    <a:pt x="5695569" y="7560056"/>
                    <a:pt x="6148705" y="7106539"/>
                    <a:pt x="6148705" y="6547104"/>
                  </a:cubicBezTo>
                  <a:lnTo>
                    <a:pt x="6148705" y="1038352"/>
                  </a:lnTo>
                  <a:cubicBezTo>
                    <a:pt x="6148832" y="478917"/>
                    <a:pt x="5695696" y="25400"/>
                    <a:pt x="5136642" y="25400"/>
                  </a:cubicBezTo>
                  <a:lnTo>
                    <a:pt x="1037463" y="25400"/>
                  </a:lnTo>
                  <a:lnTo>
                    <a:pt x="1037463" y="12700"/>
                  </a:lnTo>
                  <a:lnTo>
                    <a:pt x="1037463" y="25400"/>
                  </a:lnTo>
                  <a:cubicBezTo>
                    <a:pt x="478536" y="25400"/>
                    <a:pt x="25400" y="478917"/>
                    <a:pt x="25400" y="1038352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5553902" y="6590425"/>
            <a:ext cx="1475149" cy="1475149"/>
          </a:xfrm>
          <a:custGeom>
            <a:avLst/>
            <a:gdLst/>
            <a:ahLst/>
            <a:cxnLst/>
            <a:rect r="r" b="b" t="t" l="l"/>
            <a:pathLst>
              <a:path h="1475149" w="1475149">
                <a:moveTo>
                  <a:pt x="0" y="0"/>
                </a:moveTo>
                <a:lnTo>
                  <a:pt x="1475149" y="0"/>
                </a:lnTo>
                <a:lnTo>
                  <a:pt x="1475149" y="1475149"/>
                </a:lnTo>
                <a:lnTo>
                  <a:pt x="0" y="14751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230830" y="6684758"/>
            <a:ext cx="1531933" cy="1531933"/>
          </a:xfrm>
          <a:custGeom>
            <a:avLst/>
            <a:gdLst/>
            <a:ahLst/>
            <a:cxnLst/>
            <a:rect r="r" b="b" t="t" l="l"/>
            <a:pathLst>
              <a:path h="1531933" w="1531933">
                <a:moveTo>
                  <a:pt x="0" y="0"/>
                </a:moveTo>
                <a:lnTo>
                  <a:pt x="1531933" y="0"/>
                </a:lnTo>
                <a:lnTo>
                  <a:pt x="1531933" y="1531933"/>
                </a:lnTo>
                <a:lnTo>
                  <a:pt x="0" y="153193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706767" y="739500"/>
            <a:ext cx="108745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COMANDOS PRINCIPALES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17796" y="4647293"/>
            <a:ext cx="4319404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Agrega archivos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al Staging Area o tambien: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git add nombre_archivo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345827" y="4573926"/>
            <a:ext cx="398655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Inicializa el repositorio</a:t>
            </a: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y c</a:t>
            </a: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rea un repositorio en esa carpeta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0003521" y="4011951"/>
            <a:ext cx="39865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Git add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79377" y="3939651"/>
            <a:ext cx="39865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Git init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50977" y="2961300"/>
            <a:ext cx="1261950" cy="76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75121" y="2996550"/>
            <a:ext cx="1261950" cy="76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86959">
            <a:off x="14329607" y="7830000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58700" y="85843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8476" y="74412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65526" y="64249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386959">
            <a:off x="-1063493" y="2502626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5700" y="583576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5476" y="230627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476" y="3557676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5700" y="400632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00" y="41697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58700" y="99774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95100" y="6858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rot="5384913">
            <a:off x="14644004" y="2160900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913">
            <a:off x="-734396" y="8132168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34125" y="9166251"/>
            <a:ext cx="203850" cy="203850"/>
            <a:chOff x="0" y="0"/>
            <a:chExt cx="271800" cy="27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4125" y="7871151"/>
            <a:ext cx="203850" cy="203850"/>
            <a:chOff x="0" y="0"/>
            <a:chExt cx="271800" cy="271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712525" y="2897475"/>
            <a:ext cx="203850" cy="203850"/>
            <a:chOff x="0" y="0"/>
            <a:chExt cx="271800" cy="271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712525" y="460225"/>
            <a:ext cx="203850" cy="203850"/>
            <a:chOff x="0" y="0"/>
            <a:chExt cx="271800" cy="271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2075" y="2261889"/>
            <a:ext cx="5371050" cy="6463650"/>
            <a:chOff x="0" y="0"/>
            <a:chExt cx="7161400" cy="8618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7136003" cy="8592820"/>
            </a:xfrm>
            <a:custGeom>
              <a:avLst/>
              <a:gdLst/>
              <a:ahLst/>
              <a:cxnLst/>
              <a:rect r="r" b="b" t="t" l="l"/>
              <a:pathLst>
                <a:path h="8592820" w="7136003">
                  <a:moveTo>
                    <a:pt x="0" y="1190117"/>
                  </a:moveTo>
                  <a:cubicBezTo>
                    <a:pt x="0" y="532765"/>
                    <a:pt x="532511" y="0"/>
                    <a:pt x="1189355" y="0"/>
                  </a:cubicBezTo>
                  <a:lnTo>
                    <a:pt x="5946648" y="0"/>
                  </a:lnTo>
                  <a:cubicBezTo>
                    <a:pt x="6603492" y="0"/>
                    <a:pt x="7136003" y="532765"/>
                    <a:pt x="7136003" y="1190117"/>
                  </a:cubicBezTo>
                  <a:lnTo>
                    <a:pt x="7136003" y="7402703"/>
                  </a:lnTo>
                  <a:cubicBezTo>
                    <a:pt x="7136003" y="8059928"/>
                    <a:pt x="6603492" y="8592820"/>
                    <a:pt x="5946648" y="8592820"/>
                  </a:cubicBezTo>
                  <a:lnTo>
                    <a:pt x="1189355" y="8592820"/>
                  </a:lnTo>
                  <a:cubicBezTo>
                    <a:pt x="532511" y="8592820"/>
                    <a:pt x="0" y="8059928"/>
                    <a:pt x="0" y="7402703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1403" cy="8618220"/>
            </a:xfrm>
            <a:custGeom>
              <a:avLst/>
              <a:gdLst/>
              <a:ahLst/>
              <a:cxnLst/>
              <a:rect r="r" b="b" t="t" l="l"/>
              <a:pathLst>
                <a:path h="8618220" w="7161403">
                  <a:moveTo>
                    <a:pt x="0" y="1202817"/>
                  </a:moveTo>
                  <a:cubicBezTo>
                    <a:pt x="0" y="538480"/>
                    <a:pt x="538226" y="0"/>
                    <a:pt x="1202055" y="0"/>
                  </a:cubicBezTo>
                  <a:lnTo>
                    <a:pt x="5959348" y="0"/>
                  </a:lnTo>
                  <a:lnTo>
                    <a:pt x="5959348" y="12700"/>
                  </a:lnTo>
                  <a:lnTo>
                    <a:pt x="5959348" y="0"/>
                  </a:lnTo>
                  <a:cubicBezTo>
                    <a:pt x="6623177" y="0"/>
                    <a:pt x="7161403" y="538480"/>
                    <a:pt x="7161403" y="1202817"/>
                  </a:cubicBezTo>
                  <a:lnTo>
                    <a:pt x="7148703" y="1202817"/>
                  </a:lnTo>
                  <a:lnTo>
                    <a:pt x="7161403" y="1202817"/>
                  </a:lnTo>
                  <a:lnTo>
                    <a:pt x="7161403" y="7415403"/>
                  </a:lnTo>
                  <a:lnTo>
                    <a:pt x="7148703" y="7415403"/>
                  </a:lnTo>
                  <a:lnTo>
                    <a:pt x="7161403" y="7415403"/>
                  </a:lnTo>
                  <a:cubicBezTo>
                    <a:pt x="7161403" y="8079613"/>
                    <a:pt x="6623177" y="8618220"/>
                    <a:pt x="5959348" y="8618220"/>
                  </a:cubicBezTo>
                  <a:lnTo>
                    <a:pt x="5959348" y="8605520"/>
                  </a:lnTo>
                  <a:lnTo>
                    <a:pt x="5959348" y="8618220"/>
                  </a:lnTo>
                  <a:lnTo>
                    <a:pt x="1202055" y="8618220"/>
                  </a:lnTo>
                  <a:lnTo>
                    <a:pt x="1202055" y="8605520"/>
                  </a:lnTo>
                  <a:lnTo>
                    <a:pt x="1202055" y="8618220"/>
                  </a:lnTo>
                  <a:cubicBezTo>
                    <a:pt x="538226" y="8618220"/>
                    <a:pt x="0" y="8079740"/>
                    <a:pt x="0" y="7415403"/>
                  </a:cubicBezTo>
                  <a:lnTo>
                    <a:pt x="0" y="1202817"/>
                  </a:lnTo>
                  <a:lnTo>
                    <a:pt x="12700" y="1202817"/>
                  </a:lnTo>
                  <a:lnTo>
                    <a:pt x="0" y="1202817"/>
                  </a:lnTo>
                  <a:moveTo>
                    <a:pt x="25400" y="1202817"/>
                  </a:moveTo>
                  <a:lnTo>
                    <a:pt x="25400" y="7415403"/>
                  </a:lnTo>
                  <a:lnTo>
                    <a:pt x="12700" y="7415403"/>
                  </a:lnTo>
                  <a:lnTo>
                    <a:pt x="25400" y="7415403"/>
                  </a:lnTo>
                  <a:cubicBezTo>
                    <a:pt x="25400" y="8065643"/>
                    <a:pt x="552196" y="8592820"/>
                    <a:pt x="1202055" y="8592820"/>
                  </a:cubicBezTo>
                  <a:lnTo>
                    <a:pt x="5959348" y="8592820"/>
                  </a:lnTo>
                  <a:cubicBezTo>
                    <a:pt x="6609207" y="8592820"/>
                    <a:pt x="7136003" y="8065643"/>
                    <a:pt x="7136003" y="7415403"/>
                  </a:cubicBezTo>
                  <a:lnTo>
                    <a:pt x="7136003" y="1202817"/>
                  </a:lnTo>
                  <a:cubicBezTo>
                    <a:pt x="7136003" y="552577"/>
                    <a:pt x="6609207" y="25400"/>
                    <a:pt x="5959348" y="25400"/>
                  </a:cubicBezTo>
                  <a:lnTo>
                    <a:pt x="1202055" y="25400"/>
                  </a:lnTo>
                  <a:lnTo>
                    <a:pt x="1202055" y="12700"/>
                  </a:lnTo>
                  <a:lnTo>
                    <a:pt x="1202055" y="25400"/>
                  </a:lnTo>
                  <a:cubicBezTo>
                    <a:pt x="552196" y="25400"/>
                    <a:pt x="25400" y="552577"/>
                    <a:pt x="25400" y="1202817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92275" y="2649189"/>
            <a:ext cx="4630650" cy="5689050"/>
            <a:chOff x="0" y="0"/>
            <a:chExt cx="6174200" cy="758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148705" cy="7560056"/>
            </a:xfrm>
            <a:custGeom>
              <a:avLst/>
              <a:gdLst/>
              <a:ahLst/>
              <a:cxnLst/>
              <a:rect r="r" b="b" t="t" l="l"/>
              <a:pathLst>
                <a:path h="7560056" w="6148705">
                  <a:moveTo>
                    <a:pt x="0" y="1025652"/>
                  </a:moveTo>
                  <a:cubicBezTo>
                    <a:pt x="0" y="459232"/>
                    <a:pt x="458851" y="0"/>
                    <a:pt x="1024763" y="0"/>
                  </a:cubicBezTo>
                  <a:lnTo>
                    <a:pt x="5123942" y="0"/>
                  </a:lnTo>
                  <a:cubicBezTo>
                    <a:pt x="5689981" y="0"/>
                    <a:pt x="6148705" y="459232"/>
                    <a:pt x="6148705" y="1025652"/>
                  </a:cubicBezTo>
                  <a:lnTo>
                    <a:pt x="6148705" y="6534404"/>
                  </a:lnTo>
                  <a:cubicBezTo>
                    <a:pt x="6148705" y="7100824"/>
                    <a:pt x="5689854" y="7560056"/>
                    <a:pt x="5123942" y="7560056"/>
                  </a:cubicBezTo>
                  <a:lnTo>
                    <a:pt x="1024763" y="7560056"/>
                  </a:lnTo>
                  <a:cubicBezTo>
                    <a:pt x="458851" y="7560056"/>
                    <a:pt x="0" y="7100824"/>
                    <a:pt x="0" y="65344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74105" cy="7585456"/>
            </a:xfrm>
            <a:custGeom>
              <a:avLst/>
              <a:gdLst/>
              <a:ahLst/>
              <a:cxnLst/>
              <a:rect r="r" b="b" t="t" l="l"/>
              <a:pathLst>
                <a:path h="7585456" w="6174105">
                  <a:moveTo>
                    <a:pt x="0" y="1038352"/>
                  </a:moveTo>
                  <a:cubicBezTo>
                    <a:pt x="0" y="464820"/>
                    <a:pt x="464566" y="0"/>
                    <a:pt x="1037463" y="0"/>
                  </a:cubicBezTo>
                  <a:lnTo>
                    <a:pt x="5136642" y="0"/>
                  </a:lnTo>
                  <a:lnTo>
                    <a:pt x="5136642" y="12700"/>
                  </a:lnTo>
                  <a:lnTo>
                    <a:pt x="5136642" y="0"/>
                  </a:lnTo>
                  <a:cubicBezTo>
                    <a:pt x="5709666" y="0"/>
                    <a:pt x="6174105" y="464820"/>
                    <a:pt x="6174105" y="1038352"/>
                  </a:cubicBezTo>
                  <a:lnTo>
                    <a:pt x="6161405" y="1038352"/>
                  </a:lnTo>
                  <a:lnTo>
                    <a:pt x="6174105" y="1038352"/>
                  </a:lnTo>
                  <a:lnTo>
                    <a:pt x="6174105" y="6547104"/>
                  </a:lnTo>
                  <a:lnTo>
                    <a:pt x="6161405" y="6547104"/>
                  </a:lnTo>
                  <a:lnTo>
                    <a:pt x="6174105" y="6547104"/>
                  </a:lnTo>
                  <a:cubicBezTo>
                    <a:pt x="6174105" y="7120510"/>
                    <a:pt x="5709539" y="7585456"/>
                    <a:pt x="5136642" y="7585456"/>
                  </a:cubicBezTo>
                  <a:lnTo>
                    <a:pt x="5136642" y="7572756"/>
                  </a:lnTo>
                  <a:lnTo>
                    <a:pt x="5136642" y="7585456"/>
                  </a:lnTo>
                  <a:lnTo>
                    <a:pt x="1037463" y="7585456"/>
                  </a:lnTo>
                  <a:lnTo>
                    <a:pt x="1037463" y="7572756"/>
                  </a:lnTo>
                  <a:lnTo>
                    <a:pt x="1037463" y="7585456"/>
                  </a:lnTo>
                  <a:cubicBezTo>
                    <a:pt x="464566" y="7585456"/>
                    <a:pt x="0" y="7120509"/>
                    <a:pt x="0" y="6547104"/>
                  </a:cubicBezTo>
                  <a:lnTo>
                    <a:pt x="0" y="1038352"/>
                  </a:lnTo>
                  <a:lnTo>
                    <a:pt x="12700" y="1038352"/>
                  </a:lnTo>
                  <a:lnTo>
                    <a:pt x="0" y="1038352"/>
                  </a:lnTo>
                  <a:moveTo>
                    <a:pt x="25400" y="1038352"/>
                  </a:moveTo>
                  <a:lnTo>
                    <a:pt x="25400" y="6547104"/>
                  </a:lnTo>
                  <a:lnTo>
                    <a:pt x="12700" y="6547104"/>
                  </a:lnTo>
                  <a:lnTo>
                    <a:pt x="25400" y="6547104"/>
                  </a:lnTo>
                  <a:cubicBezTo>
                    <a:pt x="25400" y="7106539"/>
                    <a:pt x="478536" y="7560056"/>
                    <a:pt x="1037463" y="7560056"/>
                  </a:cubicBezTo>
                  <a:lnTo>
                    <a:pt x="5136642" y="7560056"/>
                  </a:lnTo>
                  <a:cubicBezTo>
                    <a:pt x="5695569" y="7560056"/>
                    <a:pt x="6148705" y="7106539"/>
                    <a:pt x="6148705" y="6547104"/>
                  </a:cubicBezTo>
                  <a:lnTo>
                    <a:pt x="6148705" y="1038352"/>
                  </a:lnTo>
                  <a:cubicBezTo>
                    <a:pt x="6148832" y="478917"/>
                    <a:pt x="5695696" y="25400"/>
                    <a:pt x="5136642" y="25400"/>
                  </a:cubicBezTo>
                  <a:lnTo>
                    <a:pt x="1037463" y="25400"/>
                  </a:lnTo>
                  <a:lnTo>
                    <a:pt x="1037463" y="12700"/>
                  </a:lnTo>
                  <a:lnTo>
                    <a:pt x="1037463" y="25400"/>
                  </a:lnTo>
                  <a:cubicBezTo>
                    <a:pt x="478536" y="25400"/>
                    <a:pt x="25400" y="478917"/>
                    <a:pt x="25400" y="1038352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594925" y="2261889"/>
            <a:ext cx="5371050" cy="6463650"/>
            <a:chOff x="0" y="0"/>
            <a:chExt cx="7161400" cy="8618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7136003" cy="8592820"/>
            </a:xfrm>
            <a:custGeom>
              <a:avLst/>
              <a:gdLst/>
              <a:ahLst/>
              <a:cxnLst/>
              <a:rect r="r" b="b" t="t" l="l"/>
              <a:pathLst>
                <a:path h="8592820" w="7136003">
                  <a:moveTo>
                    <a:pt x="0" y="1190117"/>
                  </a:moveTo>
                  <a:cubicBezTo>
                    <a:pt x="0" y="532765"/>
                    <a:pt x="532511" y="0"/>
                    <a:pt x="1189355" y="0"/>
                  </a:cubicBezTo>
                  <a:lnTo>
                    <a:pt x="5946648" y="0"/>
                  </a:lnTo>
                  <a:cubicBezTo>
                    <a:pt x="6603492" y="0"/>
                    <a:pt x="7136003" y="532765"/>
                    <a:pt x="7136003" y="1190117"/>
                  </a:cubicBezTo>
                  <a:lnTo>
                    <a:pt x="7136003" y="7402703"/>
                  </a:lnTo>
                  <a:cubicBezTo>
                    <a:pt x="7136003" y="8059928"/>
                    <a:pt x="6603492" y="8592820"/>
                    <a:pt x="5946648" y="8592820"/>
                  </a:cubicBezTo>
                  <a:lnTo>
                    <a:pt x="1189355" y="8592820"/>
                  </a:lnTo>
                  <a:cubicBezTo>
                    <a:pt x="532511" y="8592820"/>
                    <a:pt x="0" y="8059928"/>
                    <a:pt x="0" y="7402703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61403" cy="8618220"/>
            </a:xfrm>
            <a:custGeom>
              <a:avLst/>
              <a:gdLst/>
              <a:ahLst/>
              <a:cxnLst/>
              <a:rect r="r" b="b" t="t" l="l"/>
              <a:pathLst>
                <a:path h="8618220" w="7161403">
                  <a:moveTo>
                    <a:pt x="0" y="1202817"/>
                  </a:moveTo>
                  <a:cubicBezTo>
                    <a:pt x="0" y="538480"/>
                    <a:pt x="538226" y="0"/>
                    <a:pt x="1202055" y="0"/>
                  </a:cubicBezTo>
                  <a:lnTo>
                    <a:pt x="5959348" y="0"/>
                  </a:lnTo>
                  <a:lnTo>
                    <a:pt x="5959348" y="12700"/>
                  </a:lnTo>
                  <a:lnTo>
                    <a:pt x="5959348" y="0"/>
                  </a:lnTo>
                  <a:cubicBezTo>
                    <a:pt x="6623177" y="0"/>
                    <a:pt x="7161403" y="538480"/>
                    <a:pt x="7161403" y="1202817"/>
                  </a:cubicBezTo>
                  <a:lnTo>
                    <a:pt x="7148703" y="1202817"/>
                  </a:lnTo>
                  <a:lnTo>
                    <a:pt x="7161403" y="1202817"/>
                  </a:lnTo>
                  <a:lnTo>
                    <a:pt x="7161403" y="7415403"/>
                  </a:lnTo>
                  <a:lnTo>
                    <a:pt x="7148703" y="7415403"/>
                  </a:lnTo>
                  <a:lnTo>
                    <a:pt x="7161403" y="7415403"/>
                  </a:lnTo>
                  <a:cubicBezTo>
                    <a:pt x="7161403" y="8079613"/>
                    <a:pt x="6623177" y="8618220"/>
                    <a:pt x="5959348" y="8618220"/>
                  </a:cubicBezTo>
                  <a:lnTo>
                    <a:pt x="5959348" y="8605520"/>
                  </a:lnTo>
                  <a:lnTo>
                    <a:pt x="5959348" y="8618220"/>
                  </a:lnTo>
                  <a:lnTo>
                    <a:pt x="1202055" y="8618220"/>
                  </a:lnTo>
                  <a:lnTo>
                    <a:pt x="1202055" y="8605520"/>
                  </a:lnTo>
                  <a:lnTo>
                    <a:pt x="1202055" y="8618220"/>
                  </a:lnTo>
                  <a:cubicBezTo>
                    <a:pt x="538226" y="8618220"/>
                    <a:pt x="0" y="8079740"/>
                    <a:pt x="0" y="7415403"/>
                  </a:cubicBezTo>
                  <a:lnTo>
                    <a:pt x="0" y="1202817"/>
                  </a:lnTo>
                  <a:lnTo>
                    <a:pt x="12700" y="1202817"/>
                  </a:lnTo>
                  <a:lnTo>
                    <a:pt x="0" y="1202817"/>
                  </a:lnTo>
                  <a:moveTo>
                    <a:pt x="25400" y="1202817"/>
                  </a:moveTo>
                  <a:lnTo>
                    <a:pt x="25400" y="7415403"/>
                  </a:lnTo>
                  <a:lnTo>
                    <a:pt x="12700" y="7415403"/>
                  </a:lnTo>
                  <a:lnTo>
                    <a:pt x="25400" y="7415403"/>
                  </a:lnTo>
                  <a:cubicBezTo>
                    <a:pt x="25400" y="8065643"/>
                    <a:pt x="552196" y="8592820"/>
                    <a:pt x="1202055" y="8592820"/>
                  </a:cubicBezTo>
                  <a:lnTo>
                    <a:pt x="5959348" y="8592820"/>
                  </a:lnTo>
                  <a:cubicBezTo>
                    <a:pt x="6609207" y="8592820"/>
                    <a:pt x="7136003" y="8065643"/>
                    <a:pt x="7136003" y="7415403"/>
                  </a:cubicBezTo>
                  <a:lnTo>
                    <a:pt x="7136003" y="1202817"/>
                  </a:lnTo>
                  <a:cubicBezTo>
                    <a:pt x="7136003" y="552577"/>
                    <a:pt x="6609207" y="25400"/>
                    <a:pt x="5959348" y="25400"/>
                  </a:cubicBezTo>
                  <a:lnTo>
                    <a:pt x="1202055" y="25400"/>
                  </a:lnTo>
                  <a:lnTo>
                    <a:pt x="1202055" y="12700"/>
                  </a:lnTo>
                  <a:lnTo>
                    <a:pt x="1202055" y="25400"/>
                  </a:lnTo>
                  <a:cubicBezTo>
                    <a:pt x="552196" y="25400"/>
                    <a:pt x="25400" y="552577"/>
                    <a:pt x="25400" y="1202817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965125" y="2649189"/>
            <a:ext cx="4630650" cy="5689050"/>
            <a:chOff x="0" y="0"/>
            <a:chExt cx="6174200" cy="7585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6148705" cy="7560056"/>
            </a:xfrm>
            <a:custGeom>
              <a:avLst/>
              <a:gdLst/>
              <a:ahLst/>
              <a:cxnLst/>
              <a:rect r="r" b="b" t="t" l="l"/>
              <a:pathLst>
                <a:path h="7560056" w="6148705">
                  <a:moveTo>
                    <a:pt x="0" y="1025652"/>
                  </a:moveTo>
                  <a:cubicBezTo>
                    <a:pt x="0" y="459232"/>
                    <a:pt x="458851" y="0"/>
                    <a:pt x="1024763" y="0"/>
                  </a:cubicBezTo>
                  <a:lnTo>
                    <a:pt x="5123942" y="0"/>
                  </a:lnTo>
                  <a:cubicBezTo>
                    <a:pt x="5689981" y="0"/>
                    <a:pt x="6148705" y="459232"/>
                    <a:pt x="6148705" y="1025652"/>
                  </a:cubicBezTo>
                  <a:lnTo>
                    <a:pt x="6148705" y="6534404"/>
                  </a:lnTo>
                  <a:cubicBezTo>
                    <a:pt x="6148705" y="7100824"/>
                    <a:pt x="5689854" y="7560056"/>
                    <a:pt x="5123942" y="7560056"/>
                  </a:cubicBezTo>
                  <a:lnTo>
                    <a:pt x="1024763" y="7560056"/>
                  </a:lnTo>
                  <a:cubicBezTo>
                    <a:pt x="458851" y="7560056"/>
                    <a:pt x="0" y="7100824"/>
                    <a:pt x="0" y="65344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74105" cy="7585456"/>
            </a:xfrm>
            <a:custGeom>
              <a:avLst/>
              <a:gdLst/>
              <a:ahLst/>
              <a:cxnLst/>
              <a:rect r="r" b="b" t="t" l="l"/>
              <a:pathLst>
                <a:path h="7585456" w="6174105">
                  <a:moveTo>
                    <a:pt x="0" y="1038352"/>
                  </a:moveTo>
                  <a:cubicBezTo>
                    <a:pt x="0" y="464820"/>
                    <a:pt x="464566" y="0"/>
                    <a:pt x="1037463" y="0"/>
                  </a:cubicBezTo>
                  <a:lnTo>
                    <a:pt x="5136642" y="0"/>
                  </a:lnTo>
                  <a:lnTo>
                    <a:pt x="5136642" y="12700"/>
                  </a:lnTo>
                  <a:lnTo>
                    <a:pt x="5136642" y="0"/>
                  </a:lnTo>
                  <a:cubicBezTo>
                    <a:pt x="5709666" y="0"/>
                    <a:pt x="6174105" y="464820"/>
                    <a:pt x="6174105" y="1038352"/>
                  </a:cubicBezTo>
                  <a:lnTo>
                    <a:pt x="6161405" y="1038352"/>
                  </a:lnTo>
                  <a:lnTo>
                    <a:pt x="6174105" y="1038352"/>
                  </a:lnTo>
                  <a:lnTo>
                    <a:pt x="6174105" y="6547104"/>
                  </a:lnTo>
                  <a:lnTo>
                    <a:pt x="6161405" y="6547104"/>
                  </a:lnTo>
                  <a:lnTo>
                    <a:pt x="6174105" y="6547104"/>
                  </a:lnTo>
                  <a:cubicBezTo>
                    <a:pt x="6174105" y="7120510"/>
                    <a:pt x="5709539" y="7585456"/>
                    <a:pt x="5136642" y="7585456"/>
                  </a:cubicBezTo>
                  <a:lnTo>
                    <a:pt x="5136642" y="7572756"/>
                  </a:lnTo>
                  <a:lnTo>
                    <a:pt x="5136642" y="7585456"/>
                  </a:lnTo>
                  <a:lnTo>
                    <a:pt x="1037463" y="7585456"/>
                  </a:lnTo>
                  <a:lnTo>
                    <a:pt x="1037463" y="7572756"/>
                  </a:lnTo>
                  <a:lnTo>
                    <a:pt x="1037463" y="7585456"/>
                  </a:lnTo>
                  <a:cubicBezTo>
                    <a:pt x="464566" y="7585456"/>
                    <a:pt x="0" y="7120509"/>
                    <a:pt x="0" y="6547104"/>
                  </a:cubicBezTo>
                  <a:lnTo>
                    <a:pt x="0" y="1038352"/>
                  </a:lnTo>
                  <a:lnTo>
                    <a:pt x="12700" y="1038352"/>
                  </a:lnTo>
                  <a:lnTo>
                    <a:pt x="0" y="1038352"/>
                  </a:lnTo>
                  <a:moveTo>
                    <a:pt x="25400" y="1038352"/>
                  </a:moveTo>
                  <a:lnTo>
                    <a:pt x="25400" y="6547104"/>
                  </a:lnTo>
                  <a:lnTo>
                    <a:pt x="12700" y="6547104"/>
                  </a:lnTo>
                  <a:lnTo>
                    <a:pt x="25400" y="6547104"/>
                  </a:lnTo>
                  <a:cubicBezTo>
                    <a:pt x="25400" y="7106539"/>
                    <a:pt x="478536" y="7560056"/>
                    <a:pt x="1037463" y="7560056"/>
                  </a:cubicBezTo>
                  <a:lnTo>
                    <a:pt x="5136642" y="7560056"/>
                  </a:lnTo>
                  <a:cubicBezTo>
                    <a:pt x="5695569" y="7560056"/>
                    <a:pt x="6148705" y="7106539"/>
                    <a:pt x="6148705" y="6547104"/>
                  </a:cubicBezTo>
                  <a:lnTo>
                    <a:pt x="6148705" y="1038352"/>
                  </a:lnTo>
                  <a:cubicBezTo>
                    <a:pt x="6148832" y="478917"/>
                    <a:pt x="5695696" y="25400"/>
                    <a:pt x="5136642" y="25400"/>
                  </a:cubicBezTo>
                  <a:lnTo>
                    <a:pt x="1037463" y="25400"/>
                  </a:lnTo>
                  <a:lnTo>
                    <a:pt x="1037463" y="12700"/>
                  </a:lnTo>
                  <a:lnTo>
                    <a:pt x="1037463" y="25400"/>
                  </a:lnTo>
                  <a:cubicBezTo>
                    <a:pt x="478536" y="25400"/>
                    <a:pt x="25400" y="478917"/>
                    <a:pt x="25400" y="1038352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5668574" y="6707900"/>
            <a:ext cx="1424651" cy="1485650"/>
          </a:xfrm>
          <a:custGeom>
            <a:avLst/>
            <a:gdLst/>
            <a:ahLst/>
            <a:cxnLst/>
            <a:rect r="r" b="b" t="t" l="l"/>
            <a:pathLst>
              <a:path h="1485650" w="1424651">
                <a:moveTo>
                  <a:pt x="0" y="0"/>
                </a:moveTo>
                <a:lnTo>
                  <a:pt x="1424651" y="0"/>
                </a:lnTo>
                <a:lnTo>
                  <a:pt x="1424651" y="1485650"/>
                </a:lnTo>
                <a:lnTo>
                  <a:pt x="0" y="14856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394850" y="6599950"/>
            <a:ext cx="1543352" cy="1518097"/>
          </a:xfrm>
          <a:custGeom>
            <a:avLst/>
            <a:gdLst/>
            <a:ahLst/>
            <a:cxnLst/>
            <a:rect r="r" b="b" t="t" l="l"/>
            <a:pathLst>
              <a:path h="1518097" w="1543352">
                <a:moveTo>
                  <a:pt x="0" y="0"/>
                </a:moveTo>
                <a:lnTo>
                  <a:pt x="1543352" y="0"/>
                </a:lnTo>
                <a:lnTo>
                  <a:pt x="1543352" y="1518097"/>
                </a:lnTo>
                <a:lnTo>
                  <a:pt x="0" y="1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706767" y="739500"/>
            <a:ext cx="108745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COMANDOS PRINCIPALES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17796" y="4564401"/>
            <a:ext cx="4319404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Ve el estado actual y muestra archivos modificados o pendientes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345827" y="4573926"/>
            <a:ext cx="398655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Sirve para visualizar el historial de commits de un repositorio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003521" y="3952421"/>
            <a:ext cx="39865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GIT STATUS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79377" y="3939651"/>
            <a:ext cx="39865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GIT LOG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50977" y="2869875"/>
            <a:ext cx="12619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75121" y="2905125"/>
            <a:ext cx="12619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86959">
            <a:off x="14329607" y="7830000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58700" y="85843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8476" y="74412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65526" y="64249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5386959">
            <a:off x="-1063493" y="2502626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5700" y="583576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5476" y="230627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476" y="3557676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5700" y="400632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6200" y="41697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58700" y="99774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95100" y="6858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rot="5384913">
            <a:off x="14644004" y="2160900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913">
            <a:off x="-734396" y="8132168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34125" y="9166251"/>
            <a:ext cx="203850" cy="203850"/>
            <a:chOff x="0" y="0"/>
            <a:chExt cx="271800" cy="27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4125" y="7871151"/>
            <a:ext cx="203850" cy="203850"/>
            <a:chOff x="0" y="0"/>
            <a:chExt cx="271800" cy="271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712525" y="2897475"/>
            <a:ext cx="203850" cy="203850"/>
            <a:chOff x="0" y="0"/>
            <a:chExt cx="271800" cy="271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712525" y="460225"/>
            <a:ext cx="203850" cy="203850"/>
            <a:chOff x="0" y="0"/>
            <a:chExt cx="271800" cy="271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167300" y="2063833"/>
            <a:ext cx="5371050" cy="7487161"/>
            <a:chOff x="0" y="0"/>
            <a:chExt cx="7161400" cy="99828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4711"/>
              <a:ext cx="7136003" cy="9953483"/>
            </a:xfrm>
            <a:custGeom>
              <a:avLst/>
              <a:gdLst/>
              <a:ahLst/>
              <a:cxnLst/>
              <a:rect r="r" b="b" t="t" l="l"/>
              <a:pathLst>
                <a:path h="9953483" w="7136003">
                  <a:moveTo>
                    <a:pt x="0" y="1378571"/>
                  </a:moveTo>
                  <a:cubicBezTo>
                    <a:pt x="0" y="617128"/>
                    <a:pt x="532511" y="0"/>
                    <a:pt x="1189355" y="0"/>
                  </a:cubicBezTo>
                  <a:lnTo>
                    <a:pt x="5946648" y="0"/>
                  </a:lnTo>
                  <a:cubicBezTo>
                    <a:pt x="6603492" y="0"/>
                    <a:pt x="7136003" y="617128"/>
                    <a:pt x="7136003" y="1378571"/>
                  </a:cubicBezTo>
                  <a:lnTo>
                    <a:pt x="7136003" y="8574912"/>
                  </a:lnTo>
                  <a:cubicBezTo>
                    <a:pt x="7136003" y="9336208"/>
                    <a:pt x="6603492" y="9953483"/>
                    <a:pt x="5946648" y="9953483"/>
                  </a:cubicBezTo>
                  <a:lnTo>
                    <a:pt x="1189355" y="9953483"/>
                  </a:lnTo>
                  <a:cubicBezTo>
                    <a:pt x="532511" y="9953482"/>
                    <a:pt x="0" y="9336208"/>
                    <a:pt x="0" y="8574912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1403" cy="9982902"/>
            </a:xfrm>
            <a:custGeom>
              <a:avLst/>
              <a:gdLst/>
              <a:ahLst/>
              <a:cxnLst/>
              <a:rect r="r" b="b" t="t" l="l"/>
              <a:pathLst>
                <a:path h="9982902" w="7161403">
                  <a:moveTo>
                    <a:pt x="0" y="1393282"/>
                  </a:moveTo>
                  <a:cubicBezTo>
                    <a:pt x="0" y="623748"/>
                    <a:pt x="538226" y="0"/>
                    <a:pt x="1202055" y="0"/>
                  </a:cubicBezTo>
                  <a:lnTo>
                    <a:pt x="5959348" y="0"/>
                  </a:lnTo>
                  <a:lnTo>
                    <a:pt x="5959348" y="14711"/>
                  </a:lnTo>
                  <a:lnTo>
                    <a:pt x="5959348" y="0"/>
                  </a:lnTo>
                  <a:cubicBezTo>
                    <a:pt x="6623177" y="0"/>
                    <a:pt x="7161403" y="623748"/>
                    <a:pt x="7161403" y="1393282"/>
                  </a:cubicBezTo>
                  <a:lnTo>
                    <a:pt x="7148703" y="1393282"/>
                  </a:lnTo>
                  <a:lnTo>
                    <a:pt x="7161403" y="1393282"/>
                  </a:lnTo>
                  <a:lnTo>
                    <a:pt x="7161403" y="8589623"/>
                  </a:lnTo>
                  <a:lnTo>
                    <a:pt x="7148703" y="8589623"/>
                  </a:lnTo>
                  <a:lnTo>
                    <a:pt x="7161403" y="8589623"/>
                  </a:lnTo>
                  <a:cubicBezTo>
                    <a:pt x="7161403" y="9359010"/>
                    <a:pt x="6623177" y="9982902"/>
                    <a:pt x="5959348" y="9982902"/>
                  </a:cubicBezTo>
                  <a:lnTo>
                    <a:pt x="5959348" y="9968194"/>
                  </a:lnTo>
                  <a:lnTo>
                    <a:pt x="5959348" y="9982902"/>
                  </a:lnTo>
                  <a:lnTo>
                    <a:pt x="1202055" y="9982902"/>
                  </a:lnTo>
                  <a:lnTo>
                    <a:pt x="1202055" y="9968194"/>
                  </a:lnTo>
                  <a:lnTo>
                    <a:pt x="1202055" y="9982902"/>
                  </a:lnTo>
                  <a:cubicBezTo>
                    <a:pt x="538226" y="9982901"/>
                    <a:pt x="0" y="9359157"/>
                    <a:pt x="0" y="8589623"/>
                  </a:cubicBezTo>
                  <a:lnTo>
                    <a:pt x="0" y="1393282"/>
                  </a:lnTo>
                  <a:lnTo>
                    <a:pt x="12700" y="1393282"/>
                  </a:lnTo>
                  <a:lnTo>
                    <a:pt x="0" y="1393282"/>
                  </a:lnTo>
                  <a:moveTo>
                    <a:pt x="25400" y="1393282"/>
                  </a:moveTo>
                  <a:lnTo>
                    <a:pt x="25400" y="8589623"/>
                  </a:lnTo>
                  <a:lnTo>
                    <a:pt x="12700" y="8589623"/>
                  </a:lnTo>
                  <a:lnTo>
                    <a:pt x="25400" y="8589623"/>
                  </a:lnTo>
                  <a:cubicBezTo>
                    <a:pt x="25400" y="9342828"/>
                    <a:pt x="552196" y="9953483"/>
                    <a:pt x="1202055" y="9953483"/>
                  </a:cubicBezTo>
                  <a:lnTo>
                    <a:pt x="5959348" y="9953483"/>
                  </a:lnTo>
                  <a:cubicBezTo>
                    <a:pt x="6609207" y="9953483"/>
                    <a:pt x="7136003" y="9342828"/>
                    <a:pt x="7136003" y="8589623"/>
                  </a:cubicBezTo>
                  <a:lnTo>
                    <a:pt x="7136003" y="1393282"/>
                  </a:lnTo>
                  <a:cubicBezTo>
                    <a:pt x="7136003" y="640077"/>
                    <a:pt x="6609207" y="29422"/>
                    <a:pt x="5959348" y="29422"/>
                  </a:cubicBezTo>
                  <a:lnTo>
                    <a:pt x="1202055" y="29422"/>
                  </a:lnTo>
                  <a:lnTo>
                    <a:pt x="1202055" y="14711"/>
                  </a:lnTo>
                  <a:lnTo>
                    <a:pt x="1202055" y="29422"/>
                  </a:lnTo>
                  <a:cubicBezTo>
                    <a:pt x="552196" y="29422"/>
                    <a:pt x="25400" y="640077"/>
                    <a:pt x="25400" y="1393282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37500" y="2306276"/>
            <a:ext cx="4630650" cy="6860424"/>
            <a:chOff x="0" y="0"/>
            <a:chExt cx="6174200" cy="91472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5315"/>
              <a:ext cx="6148705" cy="9116670"/>
            </a:xfrm>
            <a:custGeom>
              <a:avLst/>
              <a:gdLst/>
              <a:ahLst/>
              <a:cxnLst/>
              <a:rect r="r" b="b" t="t" l="l"/>
              <a:pathLst>
                <a:path h="9116670" w="6148705">
                  <a:moveTo>
                    <a:pt x="0" y="1236833"/>
                  </a:moveTo>
                  <a:cubicBezTo>
                    <a:pt x="0" y="553788"/>
                    <a:pt x="458851" y="0"/>
                    <a:pt x="1024763" y="0"/>
                  </a:cubicBezTo>
                  <a:lnTo>
                    <a:pt x="5123942" y="0"/>
                  </a:lnTo>
                  <a:cubicBezTo>
                    <a:pt x="5689981" y="0"/>
                    <a:pt x="6148705" y="553788"/>
                    <a:pt x="6148705" y="1236833"/>
                  </a:cubicBezTo>
                  <a:lnTo>
                    <a:pt x="6148705" y="7879836"/>
                  </a:lnTo>
                  <a:cubicBezTo>
                    <a:pt x="6148705" y="8562882"/>
                    <a:pt x="5689854" y="9116670"/>
                    <a:pt x="5123942" y="9116670"/>
                  </a:cubicBezTo>
                  <a:lnTo>
                    <a:pt x="1024763" y="9116670"/>
                  </a:lnTo>
                  <a:cubicBezTo>
                    <a:pt x="458851" y="9116670"/>
                    <a:pt x="0" y="8562882"/>
                    <a:pt x="0" y="78798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74105" cy="9147288"/>
            </a:xfrm>
            <a:custGeom>
              <a:avLst/>
              <a:gdLst/>
              <a:ahLst/>
              <a:cxnLst/>
              <a:rect r="r" b="b" t="t" l="l"/>
              <a:pathLst>
                <a:path h="9147288" w="6174105">
                  <a:moveTo>
                    <a:pt x="0" y="1252148"/>
                  </a:moveTo>
                  <a:cubicBezTo>
                    <a:pt x="0" y="560526"/>
                    <a:pt x="464566" y="0"/>
                    <a:pt x="1037463" y="0"/>
                  </a:cubicBezTo>
                  <a:lnTo>
                    <a:pt x="5136642" y="0"/>
                  </a:lnTo>
                  <a:lnTo>
                    <a:pt x="5136642" y="15315"/>
                  </a:lnTo>
                  <a:lnTo>
                    <a:pt x="5136642" y="0"/>
                  </a:lnTo>
                  <a:cubicBezTo>
                    <a:pt x="5709666" y="0"/>
                    <a:pt x="6174105" y="560526"/>
                    <a:pt x="6174105" y="1252148"/>
                  </a:cubicBezTo>
                  <a:lnTo>
                    <a:pt x="6161405" y="1252148"/>
                  </a:lnTo>
                  <a:lnTo>
                    <a:pt x="6174105" y="1252148"/>
                  </a:lnTo>
                  <a:lnTo>
                    <a:pt x="6174105" y="7895151"/>
                  </a:lnTo>
                  <a:lnTo>
                    <a:pt x="6161405" y="7895151"/>
                  </a:lnTo>
                  <a:lnTo>
                    <a:pt x="6174105" y="7895151"/>
                  </a:lnTo>
                  <a:cubicBezTo>
                    <a:pt x="6174105" y="8586621"/>
                    <a:pt x="5709539" y="9147288"/>
                    <a:pt x="5136642" y="9147288"/>
                  </a:cubicBezTo>
                  <a:lnTo>
                    <a:pt x="5136642" y="9131985"/>
                  </a:lnTo>
                  <a:lnTo>
                    <a:pt x="5136642" y="9147288"/>
                  </a:lnTo>
                  <a:lnTo>
                    <a:pt x="1037463" y="9147288"/>
                  </a:lnTo>
                  <a:lnTo>
                    <a:pt x="1037463" y="9131985"/>
                  </a:lnTo>
                  <a:lnTo>
                    <a:pt x="1037463" y="9147288"/>
                  </a:lnTo>
                  <a:cubicBezTo>
                    <a:pt x="464566" y="9147288"/>
                    <a:pt x="0" y="8586620"/>
                    <a:pt x="0" y="7895151"/>
                  </a:cubicBezTo>
                  <a:lnTo>
                    <a:pt x="0" y="1252148"/>
                  </a:lnTo>
                  <a:lnTo>
                    <a:pt x="12700" y="1252148"/>
                  </a:lnTo>
                  <a:lnTo>
                    <a:pt x="0" y="1252148"/>
                  </a:lnTo>
                  <a:moveTo>
                    <a:pt x="25400" y="1252148"/>
                  </a:moveTo>
                  <a:lnTo>
                    <a:pt x="25400" y="7895151"/>
                  </a:lnTo>
                  <a:lnTo>
                    <a:pt x="12700" y="7895151"/>
                  </a:lnTo>
                  <a:lnTo>
                    <a:pt x="25400" y="7895151"/>
                  </a:lnTo>
                  <a:cubicBezTo>
                    <a:pt x="25400" y="8569774"/>
                    <a:pt x="478536" y="9116670"/>
                    <a:pt x="1037463" y="9116670"/>
                  </a:cubicBezTo>
                  <a:lnTo>
                    <a:pt x="5136642" y="9116670"/>
                  </a:lnTo>
                  <a:cubicBezTo>
                    <a:pt x="5695569" y="9116670"/>
                    <a:pt x="6148705" y="8569774"/>
                    <a:pt x="6148705" y="7895151"/>
                  </a:cubicBezTo>
                  <a:lnTo>
                    <a:pt x="6148705" y="1252148"/>
                  </a:lnTo>
                  <a:cubicBezTo>
                    <a:pt x="6148832" y="577526"/>
                    <a:pt x="5695696" y="30630"/>
                    <a:pt x="5136642" y="30630"/>
                  </a:cubicBezTo>
                  <a:lnTo>
                    <a:pt x="1037463" y="30630"/>
                  </a:lnTo>
                  <a:lnTo>
                    <a:pt x="1037463" y="15315"/>
                  </a:lnTo>
                  <a:lnTo>
                    <a:pt x="1037463" y="30630"/>
                  </a:lnTo>
                  <a:cubicBezTo>
                    <a:pt x="478536" y="30630"/>
                    <a:pt x="25400" y="577526"/>
                    <a:pt x="25400" y="125214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7630349" y="6679887"/>
            <a:ext cx="2444951" cy="2107776"/>
          </a:xfrm>
          <a:custGeom>
            <a:avLst/>
            <a:gdLst/>
            <a:ahLst/>
            <a:cxnLst/>
            <a:rect r="r" b="b" t="t" l="l"/>
            <a:pathLst>
              <a:path h="2107776" w="2444951">
                <a:moveTo>
                  <a:pt x="0" y="0"/>
                </a:moveTo>
                <a:lnTo>
                  <a:pt x="2444951" y="0"/>
                </a:lnTo>
                <a:lnTo>
                  <a:pt x="2444951" y="2107776"/>
                </a:lnTo>
                <a:lnTo>
                  <a:pt x="0" y="2107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706767" y="739500"/>
            <a:ext cx="108745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COMANDOS PRINCIPALES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59550" y="3704101"/>
            <a:ext cx="398655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GIT COMMIT -M</a:t>
            </a:r>
            <a:r>
              <a:rPr lang="en-US" sz="36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‘mensaje del cambio’</a:t>
            </a:r>
          </a:p>
          <a:p>
            <a:pPr algn="ctr">
              <a:lnSpc>
                <a:spcPts val="432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8221850" y="2615550"/>
            <a:ext cx="12619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59550" y="5424825"/>
            <a:ext cx="39865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Guarda los cambios en el repositorio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65298" y="1426506"/>
            <a:ext cx="9757404" cy="7434008"/>
          </a:xfrm>
          <a:custGeom>
            <a:avLst/>
            <a:gdLst/>
            <a:ahLst/>
            <a:cxnLst/>
            <a:rect r="r" b="b" t="t" l="l"/>
            <a:pathLst>
              <a:path h="7434008" w="9757404">
                <a:moveTo>
                  <a:pt x="0" y="0"/>
                </a:moveTo>
                <a:lnTo>
                  <a:pt x="9757404" y="0"/>
                </a:lnTo>
                <a:lnTo>
                  <a:pt x="9757404" y="7434008"/>
                </a:lnTo>
                <a:lnTo>
                  <a:pt x="0" y="7434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386959">
            <a:off x="14329607" y="7830000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258700" y="85843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48476" y="744120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65526" y="64249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5386959">
            <a:off x="-1063493" y="2502626"/>
            <a:ext cx="502188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65700" y="583576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5476" y="230627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2476" y="3557676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5700" y="400632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6200" y="416976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58700" y="99774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95100" y="6858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5384913">
            <a:off x="14644004" y="2160900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913">
            <a:off x="-734396" y="8132168"/>
            <a:ext cx="434089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334125" y="9166251"/>
            <a:ext cx="203850" cy="203850"/>
            <a:chOff x="0" y="0"/>
            <a:chExt cx="271800" cy="271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4125" y="7871151"/>
            <a:ext cx="203850" cy="203850"/>
            <a:chOff x="0" y="0"/>
            <a:chExt cx="271800" cy="271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712525" y="2897475"/>
            <a:ext cx="203850" cy="203850"/>
            <a:chOff x="0" y="0"/>
            <a:chExt cx="271800" cy="271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712525" y="460225"/>
            <a:ext cx="203850" cy="203850"/>
            <a:chOff x="0" y="0"/>
            <a:chExt cx="271800" cy="271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246380" cy="246380"/>
            </a:xfrm>
            <a:custGeom>
              <a:avLst/>
              <a:gdLst/>
              <a:ahLst/>
              <a:cxnLst/>
              <a:rect r="r" b="b" t="t" l="l"/>
              <a:pathLst>
                <a:path h="246380" w="246380">
                  <a:moveTo>
                    <a:pt x="0" y="123190"/>
                  </a:moveTo>
                  <a:cubicBezTo>
                    <a:pt x="0" y="55118"/>
                    <a:pt x="55118" y="0"/>
                    <a:pt x="123190" y="0"/>
                  </a:cubicBezTo>
                  <a:cubicBezTo>
                    <a:pt x="191262" y="0"/>
                    <a:pt x="246380" y="55118"/>
                    <a:pt x="246380" y="123190"/>
                  </a:cubicBezTo>
                  <a:cubicBezTo>
                    <a:pt x="246380" y="191262"/>
                    <a:pt x="191262" y="246380"/>
                    <a:pt x="123190" y="246380"/>
                  </a:cubicBezTo>
                  <a:cubicBezTo>
                    <a:pt x="55118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1780" cy="271780"/>
            </a:xfrm>
            <a:custGeom>
              <a:avLst/>
              <a:gdLst/>
              <a:ahLst/>
              <a:cxnLst/>
              <a:rect r="r" b="b" t="t" l="l"/>
              <a:pathLst>
                <a:path h="271780" w="271780">
                  <a:moveTo>
                    <a:pt x="0" y="135890"/>
                  </a:moveTo>
                  <a:cubicBezTo>
                    <a:pt x="0" y="60833"/>
                    <a:pt x="60833" y="0"/>
                    <a:pt x="135890" y="0"/>
                  </a:cubicBezTo>
                  <a:lnTo>
                    <a:pt x="135890" y="12700"/>
                  </a:lnTo>
                  <a:lnTo>
                    <a:pt x="135890" y="0"/>
                  </a:lnTo>
                  <a:cubicBezTo>
                    <a:pt x="210947" y="0"/>
                    <a:pt x="271780" y="60833"/>
                    <a:pt x="271780" y="135890"/>
                  </a:cubicBezTo>
                  <a:lnTo>
                    <a:pt x="259080" y="135890"/>
                  </a:lnTo>
                  <a:lnTo>
                    <a:pt x="271780" y="135890"/>
                  </a:lnTo>
                  <a:cubicBezTo>
                    <a:pt x="271780" y="210947"/>
                    <a:pt x="210947" y="271780"/>
                    <a:pt x="135890" y="271780"/>
                  </a:cubicBezTo>
                  <a:lnTo>
                    <a:pt x="135890" y="259080"/>
                  </a:lnTo>
                  <a:lnTo>
                    <a:pt x="135890" y="271780"/>
                  </a:lnTo>
                  <a:cubicBezTo>
                    <a:pt x="60833" y="271780"/>
                    <a:pt x="0" y="210947"/>
                    <a:pt x="0" y="135890"/>
                  </a:cubicBezTo>
                  <a:lnTo>
                    <a:pt x="12700" y="135890"/>
                  </a:lnTo>
                  <a:lnTo>
                    <a:pt x="25400" y="135890"/>
                  </a:lnTo>
                  <a:lnTo>
                    <a:pt x="12700" y="135890"/>
                  </a:lnTo>
                  <a:lnTo>
                    <a:pt x="0" y="135890"/>
                  </a:lnTo>
                  <a:moveTo>
                    <a:pt x="25400" y="135890"/>
                  </a:moveTo>
                  <a:cubicBezTo>
                    <a:pt x="25400" y="142875"/>
                    <a:pt x="19685" y="148590"/>
                    <a:pt x="12700" y="148590"/>
                  </a:cubicBezTo>
                  <a:cubicBezTo>
                    <a:pt x="5715" y="148590"/>
                    <a:pt x="0" y="142875"/>
                    <a:pt x="0" y="135890"/>
                  </a:cubicBezTo>
                  <a:cubicBezTo>
                    <a:pt x="0" y="128905"/>
                    <a:pt x="5715" y="123190"/>
                    <a:pt x="12700" y="123190"/>
                  </a:cubicBezTo>
                  <a:cubicBezTo>
                    <a:pt x="19685" y="123190"/>
                    <a:pt x="25400" y="128905"/>
                    <a:pt x="25400" y="135890"/>
                  </a:cubicBezTo>
                  <a:cubicBezTo>
                    <a:pt x="25400" y="196977"/>
                    <a:pt x="74930" y="246380"/>
                    <a:pt x="135890" y="246380"/>
                  </a:cubicBezTo>
                  <a:cubicBezTo>
                    <a:pt x="196850" y="246380"/>
                    <a:pt x="246380" y="196850"/>
                    <a:pt x="246380" y="135890"/>
                  </a:cubicBezTo>
                  <a:cubicBezTo>
                    <a:pt x="246380" y="74930"/>
                    <a:pt x="196977" y="25400"/>
                    <a:pt x="135890" y="25400"/>
                  </a:cubicBezTo>
                  <a:lnTo>
                    <a:pt x="135890" y="12700"/>
                  </a:lnTo>
                  <a:lnTo>
                    <a:pt x="135890" y="25400"/>
                  </a:lnTo>
                  <a:cubicBezTo>
                    <a:pt x="74930" y="25400"/>
                    <a:pt x="25400" y="74930"/>
                    <a:pt x="25400" y="13589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8342841" y="6774950"/>
            <a:ext cx="1400770" cy="1400770"/>
          </a:xfrm>
          <a:custGeom>
            <a:avLst/>
            <a:gdLst/>
            <a:ahLst/>
            <a:cxnLst/>
            <a:rect r="r" b="b" t="t" l="l"/>
            <a:pathLst>
              <a:path h="1400770" w="1400770">
                <a:moveTo>
                  <a:pt x="0" y="0"/>
                </a:moveTo>
                <a:lnTo>
                  <a:pt x="1400769" y="0"/>
                </a:lnTo>
                <a:lnTo>
                  <a:pt x="1400769" y="1400770"/>
                </a:lnTo>
                <a:lnTo>
                  <a:pt x="0" y="140077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808702" y="8584350"/>
            <a:ext cx="1167025" cy="1702650"/>
          </a:xfrm>
          <a:custGeom>
            <a:avLst/>
            <a:gdLst/>
            <a:ahLst/>
            <a:cxnLst/>
            <a:rect r="r" b="b" t="t" l="l"/>
            <a:pathLst>
              <a:path h="1702650" w="1167025">
                <a:moveTo>
                  <a:pt x="0" y="0"/>
                </a:moveTo>
                <a:lnTo>
                  <a:pt x="1167025" y="0"/>
                </a:lnTo>
                <a:lnTo>
                  <a:pt x="1167025" y="1702650"/>
                </a:lnTo>
                <a:lnTo>
                  <a:pt x="0" y="17026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035025" y="2318430"/>
            <a:ext cx="6217950" cy="441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EJEMPLOS DE COMO UTILIZAR LOS COMANDOS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1795">
            <a:off x="-2959286" y="3979284"/>
            <a:ext cx="7982273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82870">
            <a:off x="15420501" y="1899684"/>
            <a:ext cx="3823097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6550" y="6601558"/>
            <a:ext cx="689472" cy="690770"/>
          </a:xfrm>
          <a:custGeom>
            <a:avLst/>
            <a:gdLst/>
            <a:ahLst/>
            <a:cxnLst/>
            <a:rect r="r" b="b" t="t" l="l"/>
            <a:pathLst>
              <a:path h="690770" w="689472">
                <a:moveTo>
                  <a:pt x="0" y="0"/>
                </a:moveTo>
                <a:lnTo>
                  <a:pt x="689472" y="0"/>
                </a:lnTo>
                <a:lnTo>
                  <a:pt x="689472" y="690770"/>
                </a:lnTo>
                <a:lnTo>
                  <a:pt x="0" y="690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40026" y="1429484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3422" y="930154"/>
            <a:ext cx="1015124" cy="1015968"/>
          </a:xfrm>
          <a:custGeom>
            <a:avLst/>
            <a:gdLst/>
            <a:ahLst/>
            <a:cxnLst/>
            <a:rect r="r" b="b" t="t" l="l"/>
            <a:pathLst>
              <a:path h="1015968" w="1015124">
                <a:moveTo>
                  <a:pt x="0" y="0"/>
                </a:moveTo>
                <a:lnTo>
                  <a:pt x="1015124" y="0"/>
                </a:lnTo>
                <a:lnTo>
                  <a:pt x="1015124" y="1015968"/>
                </a:lnTo>
                <a:lnTo>
                  <a:pt x="0" y="10159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38546" y="5553883"/>
            <a:ext cx="6555198" cy="2095350"/>
            <a:chOff x="0" y="0"/>
            <a:chExt cx="8740264" cy="2793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40352" cy="2793746"/>
            </a:xfrm>
            <a:custGeom>
              <a:avLst/>
              <a:gdLst/>
              <a:ahLst/>
              <a:cxnLst/>
              <a:rect r="r" b="b" t="t" l="l"/>
              <a:pathLst>
                <a:path h="2793746" w="8740352">
                  <a:moveTo>
                    <a:pt x="0" y="490982"/>
                  </a:moveTo>
                  <a:cubicBezTo>
                    <a:pt x="0" y="219329"/>
                    <a:pt x="293098" y="0"/>
                    <a:pt x="652900" y="0"/>
                  </a:cubicBezTo>
                  <a:lnTo>
                    <a:pt x="8087479" y="0"/>
                  </a:lnTo>
                  <a:lnTo>
                    <a:pt x="8087479" y="38100"/>
                  </a:lnTo>
                  <a:lnTo>
                    <a:pt x="8087479" y="0"/>
                  </a:lnTo>
                  <a:cubicBezTo>
                    <a:pt x="8447281" y="0"/>
                    <a:pt x="8740352" y="219329"/>
                    <a:pt x="8740352" y="490982"/>
                  </a:cubicBezTo>
                  <a:lnTo>
                    <a:pt x="8690476" y="490982"/>
                  </a:lnTo>
                  <a:lnTo>
                    <a:pt x="8740352" y="490982"/>
                  </a:lnTo>
                  <a:lnTo>
                    <a:pt x="8740352" y="2302764"/>
                  </a:lnTo>
                  <a:lnTo>
                    <a:pt x="8690476" y="2302764"/>
                  </a:lnTo>
                  <a:lnTo>
                    <a:pt x="8740352" y="2302764"/>
                  </a:lnTo>
                  <a:cubicBezTo>
                    <a:pt x="8740352" y="2574544"/>
                    <a:pt x="8447281" y="2793746"/>
                    <a:pt x="8087479" y="2793746"/>
                  </a:cubicBezTo>
                  <a:lnTo>
                    <a:pt x="8087479" y="2755646"/>
                  </a:lnTo>
                  <a:lnTo>
                    <a:pt x="8087479" y="2793746"/>
                  </a:lnTo>
                  <a:lnTo>
                    <a:pt x="652900" y="2793746"/>
                  </a:lnTo>
                  <a:lnTo>
                    <a:pt x="652900" y="2755646"/>
                  </a:lnTo>
                  <a:lnTo>
                    <a:pt x="652900" y="2793746"/>
                  </a:lnTo>
                  <a:cubicBezTo>
                    <a:pt x="293098" y="2793746"/>
                    <a:pt x="0" y="2574544"/>
                    <a:pt x="0" y="2302764"/>
                  </a:cubicBezTo>
                  <a:lnTo>
                    <a:pt x="0" y="490982"/>
                  </a:lnTo>
                  <a:lnTo>
                    <a:pt x="49903" y="490982"/>
                  </a:lnTo>
                  <a:lnTo>
                    <a:pt x="0" y="490982"/>
                  </a:lnTo>
                  <a:moveTo>
                    <a:pt x="99806" y="490982"/>
                  </a:moveTo>
                  <a:lnTo>
                    <a:pt x="99806" y="2302764"/>
                  </a:lnTo>
                  <a:lnTo>
                    <a:pt x="49903" y="2302764"/>
                  </a:lnTo>
                  <a:lnTo>
                    <a:pt x="99806" y="2302764"/>
                  </a:lnTo>
                  <a:cubicBezTo>
                    <a:pt x="99806" y="2531237"/>
                    <a:pt x="346661" y="2717546"/>
                    <a:pt x="652900" y="2717546"/>
                  </a:cubicBezTo>
                  <a:lnTo>
                    <a:pt x="8087479" y="2717546"/>
                  </a:lnTo>
                  <a:cubicBezTo>
                    <a:pt x="8393719" y="2717546"/>
                    <a:pt x="8640573" y="2531237"/>
                    <a:pt x="8640573" y="2302764"/>
                  </a:cubicBezTo>
                  <a:lnTo>
                    <a:pt x="8640573" y="490982"/>
                  </a:lnTo>
                  <a:cubicBezTo>
                    <a:pt x="8640407" y="262509"/>
                    <a:pt x="8393552" y="76200"/>
                    <a:pt x="8087479" y="76200"/>
                  </a:cubicBezTo>
                  <a:lnTo>
                    <a:pt x="652900" y="76200"/>
                  </a:lnTo>
                  <a:lnTo>
                    <a:pt x="652900" y="38100"/>
                  </a:lnTo>
                  <a:lnTo>
                    <a:pt x="652900" y="76200"/>
                  </a:lnTo>
                  <a:cubicBezTo>
                    <a:pt x="346661" y="76200"/>
                    <a:pt x="99806" y="262509"/>
                    <a:pt x="99806" y="490982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805702" y="2038055"/>
            <a:ext cx="7421395" cy="5937116"/>
          </a:xfrm>
          <a:custGeom>
            <a:avLst/>
            <a:gdLst/>
            <a:ahLst/>
            <a:cxnLst/>
            <a:rect r="r" b="b" t="t" l="l"/>
            <a:pathLst>
              <a:path h="5937116" w="7421395">
                <a:moveTo>
                  <a:pt x="0" y="0"/>
                </a:moveTo>
                <a:lnTo>
                  <a:pt x="7421395" y="0"/>
                </a:lnTo>
                <a:lnTo>
                  <a:pt x="7421395" y="5937116"/>
                </a:lnTo>
                <a:lnTo>
                  <a:pt x="0" y="59371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88870" y="1787248"/>
            <a:ext cx="62545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5599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INIT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6022" y="3083717"/>
            <a:ext cx="811535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Se utiliza en el momento acabas de crear una carpeta nueva para tu proyecto y t</a:t>
            </a: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u proyecto aún no tiene historial.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28631" y="5798342"/>
            <a:ext cx="5375029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mkdir mi_proyecto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cd mi_proyecto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init</a:t>
            </a: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68354">
            <a:off x="1097212" y="9103900"/>
            <a:ext cx="2593177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903957">
            <a:off x="-290987" y="9319500"/>
            <a:ext cx="1779074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63450" y="836755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93428" y="923315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1519839">
            <a:off x="14260327" y="1132900"/>
            <a:ext cx="2581446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006087">
            <a:off x="16334617" y="823150"/>
            <a:ext cx="2329867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128550" y="10538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67750" y="341750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515900" y="45930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80100" y="3417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32700" y="22492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93282" y="3161524"/>
            <a:ext cx="5482604" cy="3178632"/>
          </a:xfrm>
          <a:custGeom>
            <a:avLst/>
            <a:gdLst/>
            <a:ahLst/>
            <a:cxnLst/>
            <a:rect r="r" b="b" t="t" l="l"/>
            <a:pathLst>
              <a:path h="3178632" w="5482604">
                <a:moveTo>
                  <a:pt x="0" y="0"/>
                </a:moveTo>
                <a:lnTo>
                  <a:pt x="5482604" y="0"/>
                </a:lnTo>
                <a:lnTo>
                  <a:pt x="5482604" y="3178632"/>
                </a:lnTo>
                <a:lnTo>
                  <a:pt x="0" y="31786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29" t="0" r="-154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1855" y="2703085"/>
            <a:ext cx="716154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Sirve para visualizar modificaciones en los archivos ocreaste otros nuevos… y quieres saber cómo está todo.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975925" y="1417375"/>
            <a:ext cx="97111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5599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STATUS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62304" y="1614900"/>
            <a:ext cx="8195300" cy="7561818"/>
          </a:xfrm>
          <a:custGeom>
            <a:avLst/>
            <a:gdLst/>
            <a:ahLst/>
            <a:cxnLst/>
            <a:rect r="r" b="b" t="t" l="l"/>
            <a:pathLst>
              <a:path h="7561818" w="8195300">
                <a:moveTo>
                  <a:pt x="0" y="0"/>
                </a:moveTo>
                <a:lnTo>
                  <a:pt x="8195300" y="0"/>
                </a:lnTo>
                <a:lnTo>
                  <a:pt x="8195300" y="7561818"/>
                </a:lnTo>
                <a:lnTo>
                  <a:pt x="0" y="75618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63450" y="4750840"/>
            <a:ext cx="6555198" cy="2095350"/>
            <a:chOff x="0" y="0"/>
            <a:chExt cx="8740264" cy="2793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40352" cy="2793746"/>
            </a:xfrm>
            <a:custGeom>
              <a:avLst/>
              <a:gdLst/>
              <a:ahLst/>
              <a:cxnLst/>
              <a:rect r="r" b="b" t="t" l="l"/>
              <a:pathLst>
                <a:path h="2793746" w="8740352">
                  <a:moveTo>
                    <a:pt x="0" y="490982"/>
                  </a:moveTo>
                  <a:cubicBezTo>
                    <a:pt x="0" y="219329"/>
                    <a:pt x="293098" y="0"/>
                    <a:pt x="652900" y="0"/>
                  </a:cubicBezTo>
                  <a:lnTo>
                    <a:pt x="8087479" y="0"/>
                  </a:lnTo>
                  <a:lnTo>
                    <a:pt x="8087479" y="38100"/>
                  </a:lnTo>
                  <a:lnTo>
                    <a:pt x="8087479" y="0"/>
                  </a:lnTo>
                  <a:cubicBezTo>
                    <a:pt x="8447281" y="0"/>
                    <a:pt x="8740352" y="219329"/>
                    <a:pt x="8740352" y="490982"/>
                  </a:cubicBezTo>
                  <a:lnTo>
                    <a:pt x="8690476" y="490982"/>
                  </a:lnTo>
                  <a:lnTo>
                    <a:pt x="8740352" y="490982"/>
                  </a:lnTo>
                  <a:lnTo>
                    <a:pt x="8740352" y="2302764"/>
                  </a:lnTo>
                  <a:lnTo>
                    <a:pt x="8690476" y="2302764"/>
                  </a:lnTo>
                  <a:lnTo>
                    <a:pt x="8740352" y="2302764"/>
                  </a:lnTo>
                  <a:cubicBezTo>
                    <a:pt x="8740352" y="2574544"/>
                    <a:pt x="8447281" y="2793746"/>
                    <a:pt x="8087479" y="2793746"/>
                  </a:cubicBezTo>
                  <a:lnTo>
                    <a:pt x="8087479" y="2755646"/>
                  </a:lnTo>
                  <a:lnTo>
                    <a:pt x="8087479" y="2793746"/>
                  </a:lnTo>
                  <a:lnTo>
                    <a:pt x="652900" y="2793746"/>
                  </a:lnTo>
                  <a:lnTo>
                    <a:pt x="652900" y="2755646"/>
                  </a:lnTo>
                  <a:lnTo>
                    <a:pt x="652900" y="2793746"/>
                  </a:lnTo>
                  <a:cubicBezTo>
                    <a:pt x="293098" y="2793746"/>
                    <a:pt x="0" y="2574544"/>
                    <a:pt x="0" y="2302764"/>
                  </a:cubicBezTo>
                  <a:lnTo>
                    <a:pt x="0" y="490982"/>
                  </a:lnTo>
                  <a:lnTo>
                    <a:pt x="49903" y="490982"/>
                  </a:lnTo>
                  <a:lnTo>
                    <a:pt x="0" y="490982"/>
                  </a:lnTo>
                  <a:moveTo>
                    <a:pt x="99806" y="490982"/>
                  </a:moveTo>
                  <a:lnTo>
                    <a:pt x="99806" y="2302764"/>
                  </a:lnTo>
                  <a:lnTo>
                    <a:pt x="49903" y="2302764"/>
                  </a:lnTo>
                  <a:lnTo>
                    <a:pt x="99806" y="2302764"/>
                  </a:lnTo>
                  <a:cubicBezTo>
                    <a:pt x="99806" y="2531237"/>
                    <a:pt x="346661" y="2717546"/>
                    <a:pt x="652900" y="2717546"/>
                  </a:cubicBezTo>
                  <a:lnTo>
                    <a:pt x="8087479" y="2717546"/>
                  </a:lnTo>
                  <a:cubicBezTo>
                    <a:pt x="8393719" y="2717546"/>
                    <a:pt x="8640573" y="2531237"/>
                    <a:pt x="8640573" y="2302764"/>
                  </a:cubicBezTo>
                  <a:lnTo>
                    <a:pt x="8640573" y="490982"/>
                  </a:lnTo>
                  <a:cubicBezTo>
                    <a:pt x="8640407" y="262509"/>
                    <a:pt x="8393552" y="76200"/>
                    <a:pt x="8087479" y="76200"/>
                  </a:cubicBezTo>
                  <a:lnTo>
                    <a:pt x="652900" y="76200"/>
                  </a:lnTo>
                  <a:lnTo>
                    <a:pt x="652900" y="38100"/>
                  </a:lnTo>
                  <a:lnTo>
                    <a:pt x="652900" y="76200"/>
                  </a:lnTo>
                  <a:cubicBezTo>
                    <a:pt x="346661" y="76200"/>
                    <a:pt x="99806" y="262509"/>
                    <a:pt x="99806" y="490982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05111" y="5491059"/>
            <a:ext cx="5375029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status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1795">
            <a:off x="-2959286" y="3979284"/>
            <a:ext cx="7982273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82870">
            <a:off x="15420501" y="1899684"/>
            <a:ext cx="3823097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6550" y="6601558"/>
            <a:ext cx="689472" cy="690770"/>
          </a:xfrm>
          <a:custGeom>
            <a:avLst/>
            <a:gdLst/>
            <a:ahLst/>
            <a:cxnLst/>
            <a:rect r="r" b="b" t="t" l="l"/>
            <a:pathLst>
              <a:path h="690770" w="689472">
                <a:moveTo>
                  <a:pt x="0" y="0"/>
                </a:moveTo>
                <a:lnTo>
                  <a:pt x="689472" y="0"/>
                </a:lnTo>
                <a:lnTo>
                  <a:pt x="689472" y="690770"/>
                </a:lnTo>
                <a:lnTo>
                  <a:pt x="0" y="690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40026" y="1429484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3422" y="930154"/>
            <a:ext cx="1015124" cy="1015968"/>
          </a:xfrm>
          <a:custGeom>
            <a:avLst/>
            <a:gdLst/>
            <a:ahLst/>
            <a:cxnLst/>
            <a:rect r="r" b="b" t="t" l="l"/>
            <a:pathLst>
              <a:path h="1015968" w="1015124">
                <a:moveTo>
                  <a:pt x="0" y="0"/>
                </a:moveTo>
                <a:lnTo>
                  <a:pt x="1015124" y="0"/>
                </a:lnTo>
                <a:lnTo>
                  <a:pt x="1015124" y="1015968"/>
                </a:lnTo>
                <a:lnTo>
                  <a:pt x="0" y="10159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38546" y="5553883"/>
            <a:ext cx="6555198" cy="2095350"/>
            <a:chOff x="0" y="0"/>
            <a:chExt cx="8740264" cy="2793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40352" cy="2793746"/>
            </a:xfrm>
            <a:custGeom>
              <a:avLst/>
              <a:gdLst/>
              <a:ahLst/>
              <a:cxnLst/>
              <a:rect r="r" b="b" t="t" l="l"/>
              <a:pathLst>
                <a:path h="2793746" w="8740352">
                  <a:moveTo>
                    <a:pt x="0" y="490982"/>
                  </a:moveTo>
                  <a:cubicBezTo>
                    <a:pt x="0" y="219329"/>
                    <a:pt x="293098" y="0"/>
                    <a:pt x="652900" y="0"/>
                  </a:cubicBezTo>
                  <a:lnTo>
                    <a:pt x="8087479" y="0"/>
                  </a:lnTo>
                  <a:lnTo>
                    <a:pt x="8087479" y="38100"/>
                  </a:lnTo>
                  <a:lnTo>
                    <a:pt x="8087479" y="0"/>
                  </a:lnTo>
                  <a:cubicBezTo>
                    <a:pt x="8447281" y="0"/>
                    <a:pt x="8740352" y="219329"/>
                    <a:pt x="8740352" y="490982"/>
                  </a:cubicBezTo>
                  <a:lnTo>
                    <a:pt x="8690476" y="490982"/>
                  </a:lnTo>
                  <a:lnTo>
                    <a:pt x="8740352" y="490982"/>
                  </a:lnTo>
                  <a:lnTo>
                    <a:pt x="8740352" y="2302764"/>
                  </a:lnTo>
                  <a:lnTo>
                    <a:pt x="8690476" y="2302764"/>
                  </a:lnTo>
                  <a:lnTo>
                    <a:pt x="8740352" y="2302764"/>
                  </a:lnTo>
                  <a:cubicBezTo>
                    <a:pt x="8740352" y="2574544"/>
                    <a:pt x="8447281" y="2793746"/>
                    <a:pt x="8087479" y="2793746"/>
                  </a:cubicBezTo>
                  <a:lnTo>
                    <a:pt x="8087479" y="2755646"/>
                  </a:lnTo>
                  <a:lnTo>
                    <a:pt x="8087479" y="2793746"/>
                  </a:lnTo>
                  <a:lnTo>
                    <a:pt x="652900" y="2793746"/>
                  </a:lnTo>
                  <a:lnTo>
                    <a:pt x="652900" y="2755646"/>
                  </a:lnTo>
                  <a:lnTo>
                    <a:pt x="652900" y="2793746"/>
                  </a:lnTo>
                  <a:cubicBezTo>
                    <a:pt x="293098" y="2793746"/>
                    <a:pt x="0" y="2574544"/>
                    <a:pt x="0" y="2302764"/>
                  </a:cubicBezTo>
                  <a:lnTo>
                    <a:pt x="0" y="490982"/>
                  </a:lnTo>
                  <a:lnTo>
                    <a:pt x="49903" y="490982"/>
                  </a:lnTo>
                  <a:lnTo>
                    <a:pt x="0" y="490982"/>
                  </a:lnTo>
                  <a:moveTo>
                    <a:pt x="99806" y="490982"/>
                  </a:moveTo>
                  <a:lnTo>
                    <a:pt x="99806" y="2302764"/>
                  </a:lnTo>
                  <a:lnTo>
                    <a:pt x="49903" y="2302764"/>
                  </a:lnTo>
                  <a:lnTo>
                    <a:pt x="99806" y="2302764"/>
                  </a:lnTo>
                  <a:cubicBezTo>
                    <a:pt x="99806" y="2531237"/>
                    <a:pt x="346661" y="2717546"/>
                    <a:pt x="652900" y="2717546"/>
                  </a:cubicBezTo>
                  <a:lnTo>
                    <a:pt x="8087479" y="2717546"/>
                  </a:lnTo>
                  <a:cubicBezTo>
                    <a:pt x="8393719" y="2717546"/>
                    <a:pt x="8640573" y="2531237"/>
                    <a:pt x="8640573" y="2302764"/>
                  </a:cubicBezTo>
                  <a:lnTo>
                    <a:pt x="8640573" y="490982"/>
                  </a:lnTo>
                  <a:cubicBezTo>
                    <a:pt x="8640407" y="262509"/>
                    <a:pt x="8393552" y="76200"/>
                    <a:pt x="8087479" y="76200"/>
                  </a:cubicBezTo>
                  <a:lnTo>
                    <a:pt x="652900" y="76200"/>
                  </a:lnTo>
                  <a:lnTo>
                    <a:pt x="652900" y="38100"/>
                  </a:lnTo>
                  <a:lnTo>
                    <a:pt x="652900" y="76200"/>
                  </a:lnTo>
                  <a:cubicBezTo>
                    <a:pt x="346661" y="76200"/>
                    <a:pt x="99806" y="262509"/>
                    <a:pt x="99806" y="490982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76022" y="3083717"/>
            <a:ext cx="8115355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Sirve cuando decides qué cambios guardar después de </a:t>
            </a:r>
            <a:r>
              <a:rPr lang="en-US" sz="3600">
                <a:solidFill>
                  <a:srgbClr val="0E2A47"/>
                </a:solidFill>
                <a:latin typeface="Arimo"/>
                <a:ea typeface="Arimo"/>
                <a:cs typeface="Arimo"/>
                <a:sym typeface="Arimo"/>
              </a:rPr>
              <a:t>editar un archivo y quieres incluirlo en el próximo commit.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653302" y="2014634"/>
            <a:ext cx="7215274" cy="6611814"/>
          </a:xfrm>
          <a:custGeom>
            <a:avLst/>
            <a:gdLst/>
            <a:ahLst/>
            <a:cxnLst/>
            <a:rect r="r" b="b" t="t" l="l"/>
            <a:pathLst>
              <a:path h="6611814" w="7215274">
                <a:moveTo>
                  <a:pt x="0" y="0"/>
                </a:moveTo>
                <a:lnTo>
                  <a:pt x="7215274" y="0"/>
                </a:lnTo>
                <a:lnTo>
                  <a:pt x="7215274" y="6611814"/>
                </a:lnTo>
                <a:lnTo>
                  <a:pt x="0" y="66118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88870" y="1787248"/>
            <a:ext cx="62545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5599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ADD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4388" y="5946818"/>
            <a:ext cx="6103513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add .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“Va antes de un git commit”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700000">
            <a:off x="15898964" y="1740250"/>
            <a:ext cx="2113471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168354">
            <a:off x="1081262" y="987076"/>
            <a:ext cx="2593177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903957">
            <a:off x="-306937" y="1202676"/>
            <a:ext cx="1779074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47500" y="25072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77478" y="1116326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83500" y="7252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9211909">
            <a:off x="16174614" y="508150"/>
            <a:ext cx="2261272" cy="0"/>
          </a:xfrm>
          <a:prstGeom prst="line">
            <a:avLst/>
          </a:prstGeom>
          <a:ln cap="rnd" w="9525">
            <a:solidFill>
              <a:srgbClr val="3D3D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647750" y="4047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397300" y="223497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56700" y="316360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9872942">
            <a:off x="10151039" y="9332450"/>
            <a:ext cx="237093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810732">
            <a:off x="12421602" y="9299950"/>
            <a:ext cx="2780411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9800002">
            <a:off x="15026704" y="9208100"/>
            <a:ext cx="280070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7453619">
            <a:off x="17514117" y="8394200"/>
            <a:ext cx="1007782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4557908" y="9026150"/>
            <a:ext cx="1163600" cy="1164700"/>
          </a:xfrm>
          <a:custGeom>
            <a:avLst/>
            <a:gdLst/>
            <a:ahLst/>
            <a:cxnLst/>
            <a:rect r="r" b="b" t="t" l="l"/>
            <a:pathLst>
              <a:path h="1164700" w="1163600">
                <a:moveTo>
                  <a:pt x="0" y="0"/>
                </a:moveTo>
                <a:lnTo>
                  <a:pt x="1163600" y="0"/>
                </a:lnTo>
                <a:lnTo>
                  <a:pt x="1163600" y="1164700"/>
                </a:lnTo>
                <a:lnTo>
                  <a:pt x="0" y="1164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98908" y="8680926"/>
            <a:ext cx="584050" cy="585150"/>
          </a:xfrm>
          <a:custGeom>
            <a:avLst/>
            <a:gdLst/>
            <a:ahLst/>
            <a:cxnLst/>
            <a:rect r="r" b="b" t="t" l="l"/>
            <a:pathLst>
              <a:path h="585150" w="584050">
                <a:moveTo>
                  <a:pt x="0" y="0"/>
                </a:moveTo>
                <a:lnTo>
                  <a:pt x="584050" y="0"/>
                </a:lnTo>
                <a:lnTo>
                  <a:pt x="584050" y="585150"/>
                </a:lnTo>
                <a:lnTo>
                  <a:pt x="0" y="585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585558" y="86300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945558" y="9315100"/>
            <a:ext cx="586222" cy="586776"/>
          </a:xfrm>
          <a:custGeom>
            <a:avLst/>
            <a:gdLst/>
            <a:ahLst/>
            <a:cxnLst/>
            <a:rect r="r" b="b" t="t" l="l"/>
            <a:pathLst>
              <a:path h="586776" w="586222">
                <a:moveTo>
                  <a:pt x="0" y="0"/>
                </a:moveTo>
                <a:lnTo>
                  <a:pt x="586222" y="0"/>
                </a:lnTo>
                <a:lnTo>
                  <a:pt x="586222" y="586776"/>
                </a:lnTo>
                <a:lnTo>
                  <a:pt x="0" y="5867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443608" y="8284850"/>
            <a:ext cx="350026" cy="54000"/>
          </a:xfrm>
          <a:custGeom>
            <a:avLst/>
            <a:gdLst/>
            <a:ahLst/>
            <a:cxnLst/>
            <a:rect r="r" b="b" t="t" l="l"/>
            <a:pathLst>
              <a:path h="54000" w="350026">
                <a:moveTo>
                  <a:pt x="0" y="0"/>
                </a:moveTo>
                <a:lnTo>
                  <a:pt x="350026" y="0"/>
                </a:lnTo>
                <a:lnTo>
                  <a:pt x="350026" y="54000"/>
                </a:lnTo>
                <a:lnTo>
                  <a:pt x="0" y="54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772000" y="864462"/>
            <a:ext cx="130393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5599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COMMIT -M “MENSAJE”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73175" y="3045552"/>
            <a:ext cx="693135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Cuando quieres guardar algún cambio y </a:t>
            </a:r>
            <a:r>
              <a:rPr lang="en-US" sz="32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 ya agregaste cambios con git add y quieres dejarlos registrados.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799464" y="2426562"/>
            <a:ext cx="7169506" cy="5868722"/>
          </a:xfrm>
          <a:custGeom>
            <a:avLst/>
            <a:gdLst/>
            <a:ahLst/>
            <a:cxnLst/>
            <a:rect r="r" b="b" t="t" l="l"/>
            <a:pathLst>
              <a:path h="5868722" w="7169506">
                <a:moveTo>
                  <a:pt x="0" y="0"/>
                </a:moveTo>
                <a:lnTo>
                  <a:pt x="7169506" y="0"/>
                </a:lnTo>
                <a:lnTo>
                  <a:pt x="7169506" y="5868722"/>
                </a:lnTo>
                <a:lnTo>
                  <a:pt x="0" y="5868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653277" y="5143500"/>
            <a:ext cx="6555198" cy="2095350"/>
            <a:chOff x="0" y="0"/>
            <a:chExt cx="8740264" cy="2793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40352" cy="2793746"/>
            </a:xfrm>
            <a:custGeom>
              <a:avLst/>
              <a:gdLst/>
              <a:ahLst/>
              <a:cxnLst/>
              <a:rect r="r" b="b" t="t" l="l"/>
              <a:pathLst>
                <a:path h="2793746" w="8740352">
                  <a:moveTo>
                    <a:pt x="0" y="490982"/>
                  </a:moveTo>
                  <a:cubicBezTo>
                    <a:pt x="0" y="219329"/>
                    <a:pt x="293098" y="0"/>
                    <a:pt x="652900" y="0"/>
                  </a:cubicBezTo>
                  <a:lnTo>
                    <a:pt x="8087479" y="0"/>
                  </a:lnTo>
                  <a:lnTo>
                    <a:pt x="8087479" y="38100"/>
                  </a:lnTo>
                  <a:lnTo>
                    <a:pt x="8087479" y="0"/>
                  </a:lnTo>
                  <a:cubicBezTo>
                    <a:pt x="8447281" y="0"/>
                    <a:pt x="8740352" y="219329"/>
                    <a:pt x="8740352" y="490982"/>
                  </a:cubicBezTo>
                  <a:lnTo>
                    <a:pt x="8690476" y="490982"/>
                  </a:lnTo>
                  <a:lnTo>
                    <a:pt x="8740352" y="490982"/>
                  </a:lnTo>
                  <a:lnTo>
                    <a:pt x="8740352" y="2302764"/>
                  </a:lnTo>
                  <a:lnTo>
                    <a:pt x="8690476" y="2302764"/>
                  </a:lnTo>
                  <a:lnTo>
                    <a:pt x="8740352" y="2302764"/>
                  </a:lnTo>
                  <a:cubicBezTo>
                    <a:pt x="8740352" y="2574544"/>
                    <a:pt x="8447281" y="2793746"/>
                    <a:pt x="8087479" y="2793746"/>
                  </a:cubicBezTo>
                  <a:lnTo>
                    <a:pt x="8087479" y="2755646"/>
                  </a:lnTo>
                  <a:lnTo>
                    <a:pt x="8087479" y="2793746"/>
                  </a:lnTo>
                  <a:lnTo>
                    <a:pt x="652900" y="2793746"/>
                  </a:lnTo>
                  <a:lnTo>
                    <a:pt x="652900" y="2755646"/>
                  </a:lnTo>
                  <a:lnTo>
                    <a:pt x="652900" y="2793746"/>
                  </a:lnTo>
                  <a:cubicBezTo>
                    <a:pt x="293098" y="2793746"/>
                    <a:pt x="0" y="2574544"/>
                    <a:pt x="0" y="2302764"/>
                  </a:cubicBezTo>
                  <a:lnTo>
                    <a:pt x="0" y="490982"/>
                  </a:lnTo>
                  <a:lnTo>
                    <a:pt x="49903" y="490982"/>
                  </a:lnTo>
                  <a:lnTo>
                    <a:pt x="0" y="490982"/>
                  </a:lnTo>
                  <a:moveTo>
                    <a:pt x="99806" y="490982"/>
                  </a:moveTo>
                  <a:lnTo>
                    <a:pt x="99806" y="2302764"/>
                  </a:lnTo>
                  <a:lnTo>
                    <a:pt x="49903" y="2302764"/>
                  </a:lnTo>
                  <a:lnTo>
                    <a:pt x="99806" y="2302764"/>
                  </a:lnTo>
                  <a:cubicBezTo>
                    <a:pt x="99806" y="2531237"/>
                    <a:pt x="346661" y="2717546"/>
                    <a:pt x="652900" y="2717546"/>
                  </a:cubicBezTo>
                  <a:lnTo>
                    <a:pt x="8087479" y="2717546"/>
                  </a:lnTo>
                  <a:cubicBezTo>
                    <a:pt x="8393719" y="2717546"/>
                    <a:pt x="8640573" y="2531237"/>
                    <a:pt x="8640573" y="2302764"/>
                  </a:cubicBezTo>
                  <a:lnTo>
                    <a:pt x="8640573" y="490982"/>
                  </a:lnTo>
                  <a:cubicBezTo>
                    <a:pt x="8640407" y="262509"/>
                    <a:pt x="8393552" y="76200"/>
                    <a:pt x="8087479" y="76200"/>
                  </a:cubicBezTo>
                  <a:lnTo>
                    <a:pt x="652900" y="76200"/>
                  </a:lnTo>
                  <a:lnTo>
                    <a:pt x="652900" y="38100"/>
                  </a:lnTo>
                  <a:lnTo>
                    <a:pt x="652900" y="76200"/>
                  </a:lnTo>
                  <a:cubicBezTo>
                    <a:pt x="346661" y="76200"/>
                    <a:pt x="99806" y="262509"/>
                    <a:pt x="99806" y="490982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38669" y="5467737"/>
            <a:ext cx="5375029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commit -m "Agrega sección de contacto al sitio"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27057">
            <a:off x="14487047" y="6955400"/>
            <a:ext cx="237093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9989267">
            <a:off x="14314810" y="4480100"/>
            <a:ext cx="2780411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999997">
            <a:off x="14396512" y="1864850"/>
            <a:ext cx="280070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46380">
            <a:off x="16106875" y="273900"/>
            <a:ext cx="1007782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814116" y="2570400"/>
            <a:ext cx="1164700" cy="1163600"/>
          </a:xfrm>
          <a:custGeom>
            <a:avLst/>
            <a:gdLst/>
            <a:ahLst/>
            <a:cxnLst/>
            <a:rect r="r" b="b" t="t" l="l"/>
            <a:pathLst>
              <a:path h="1163600" w="1164700">
                <a:moveTo>
                  <a:pt x="0" y="0"/>
                </a:moveTo>
                <a:lnTo>
                  <a:pt x="1164700" y="0"/>
                </a:lnTo>
                <a:lnTo>
                  <a:pt x="1164700" y="1163600"/>
                </a:lnTo>
                <a:lnTo>
                  <a:pt x="0" y="116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38890" y="5508950"/>
            <a:ext cx="585150" cy="584050"/>
          </a:xfrm>
          <a:custGeom>
            <a:avLst/>
            <a:gdLst/>
            <a:ahLst/>
            <a:cxnLst/>
            <a:rect r="r" b="b" t="t" l="l"/>
            <a:pathLst>
              <a:path h="584050" w="585150">
                <a:moveTo>
                  <a:pt x="0" y="0"/>
                </a:moveTo>
                <a:lnTo>
                  <a:pt x="585150" y="0"/>
                </a:lnTo>
                <a:lnTo>
                  <a:pt x="585150" y="584050"/>
                </a:lnTo>
                <a:lnTo>
                  <a:pt x="0" y="58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24916" y="3563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03089" y="7760129"/>
            <a:ext cx="586776" cy="586222"/>
          </a:xfrm>
          <a:custGeom>
            <a:avLst/>
            <a:gdLst/>
            <a:ahLst/>
            <a:cxnLst/>
            <a:rect r="r" b="b" t="t" l="l"/>
            <a:pathLst>
              <a:path h="586222" w="586776">
                <a:moveTo>
                  <a:pt x="0" y="0"/>
                </a:moveTo>
                <a:lnTo>
                  <a:pt x="586776" y="0"/>
                </a:lnTo>
                <a:lnTo>
                  <a:pt x="586776" y="586222"/>
                </a:lnTo>
                <a:lnTo>
                  <a:pt x="0" y="5862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66117" y="498275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10523609">
            <a:off x="1466724" y="5322650"/>
            <a:ext cx="3374952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514251">
            <a:off x="1396376" y="7851400"/>
            <a:ext cx="225464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7436612">
            <a:off x="1564533" y="9490500"/>
            <a:ext cx="2887035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42400" y="8124600"/>
            <a:ext cx="1164700" cy="1163600"/>
          </a:xfrm>
          <a:custGeom>
            <a:avLst/>
            <a:gdLst/>
            <a:ahLst/>
            <a:cxnLst/>
            <a:rect r="r" b="b" t="t" l="l"/>
            <a:pathLst>
              <a:path h="1163600" w="1164700">
                <a:moveTo>
                  <a:pt x="0" y="0"/>
                </a:moveTo>
                <a:lnTo>
                  <a:pt x="1164700" y="0"/>
                </a:lnTo>
                <a:lnTo>
                  <a:pt x="1164700" y="1163600"/>
                </a:lnTo>
                <a:lnTo>
                  <a:pt x="0" y="1163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965100" y="6702150"/>
            <a:ext cx="585150" cy="584050"/>
          </a:xfrm>
          <a:custGeom>
            <a:avLst/>
            <a:gdLst/>
            <a:ahLst/>
            <a:cxnLst/>
            <a:rect r="r" b="b" t="t" l="l"/>
            <a:pathLst>
              <a:path h="584050" w="585150">
                <a:moveTo>
                  <a:pt x="0" y="0"/>
                </a:moveTo>
                <a:lnTo>
                  <a:pt x="585150" y="0"/>
                </a:lnTo>
                <a:lnTo>
                  <a:pt x="585150" y="584050"/>
                </a:lnTo>
                <a:lnTo>
                  <a:pt x="0" y="5840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190250" y="95806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5400000">
            <a:off x="2754234" y="3377486"/>
            <a:ext cx="577228" cy="576674"/>
            <a:chOff x="0" y="0"/>
            <a:chExt cx="769637" cy="7688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9620" cy="768858"/>
            </a:xfrm>
            <a:custGeom>
              <a:avLst/>
              <a:gdLst/>
              <a:ahLst/>
              <a:cxnLst/>
              <a:rect r="r" b="b" t="t" l="l"/>
              <a:pathLst>
                <a:path h="768858" w="769620">
                  <a:moveTo>
                    <a:pt x="384810" y="0"/>
                  </a:moveTo>
                  <a:cubicBezTo>
                    <a:pt x="172212" y="0"/>
                    <a:pt x="0" y="172212"/>
                    <a:pt x="0" y="384048"/>
                  </a:cubicBezTo>
                  <a:cubicBezTo>
                    <a:pt x="0" y="596646"/>
                    <a:pt x="172212" y="768858"/>
                    <a:pt x="384810" y="768858"/>
                  </a:cubicBezTo>
                  <a:cubicBezTo>
                    <a:pt x="597408" y="768858"/>
                    <a:pt x="769620" y="596646"/>
                    <a:pt x="769620" y="384048"/>
                  </a:cubicBezTo>
                  <a:cubicBezTo>
                    <a:pt x="769620" y="172212"/>
                    <a:pt x="597408" y="0"/>
                    <a:pt x="384810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749475" y="3372699"/>
            <a:ext cx="586776" cy="586222"/>
          </a:xfrm>
          <a:custGeom>
            <a:avLst/>
            <a:gdLst/>
            <a:ahLst/>
            <a:cxnLst/>
            <a:rect r="r" b="b" t="t" l="l"/>
            <a:pathLst>
              <a:path h="586222" w="586776">
                <a:moveTo>
                  <a:pt x="0" y="0"/>
                </a:moveTo>
                <a:lnTo>
                  <a:pt x="586776" y="0"/>
                </a:lnTo>
                <a:lnTo>
                  <a:pt x="586776" y="586222"/>
                </a:lnTo>
                <a:lnTo>
                  <a:pt x="0" y="5862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5400000">
            <a:off x="2827220" y="3450478"/>
            <a:ext cx="431252" cy="430674"/>
            <a:chOff x="0" y="0"/>
            <a:chExt cx="575003" cy="5742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056" cy="574294"/>
            </a:xfrm>
            <a:custGeom>
              <a:avLst/>
              <a:gdLst/>
              <a:ahLst/>
              <a:cxnLst/>
              <a:rect r="r" b="b" t="t" l="l"/>
              <a:pathLst>
                <a:path h="574294" w="575056">
                  <a:moveTo>
                    <a:pt x="287528" y="0"/>
                  </a:moveTo>
                  <a:cubicBezTo>
                    <a:pt x="128778" y="0"/>
                    <a:pt x="0" y="128016"/>
                    <a:pt x="0" y="286766"/>
                  </a:cubicBezTo>
                  <a:cubicBezTo>
                    <a:pt x="0" y="445516"/>
                    <a:pt x="128778" y="574294"/>
                    <a:pt x="287528" y="574294"/>
                  </a:cubicBezTo>
                  <a:cubicBezTo>
                    <a:pt x="446278" y="574294"/>
                    <a:pt x="575056" y="445516"/>
                    <a:pt x="575056" y="286766"/>
                  </a:cubicBezTo>
                  <a:cubicBezTo>
                    <a:pt x="575056" y="128016"/>
                    <a:pt x="446278" y="0"/>
                    <a:pt x="2875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822447" y="3445705"/>
            <a:ext cx="440800" cy="440246"/>
          </a:xfrm>
          <a:custGeom>
            <a:avLst/>
            <a:gdLst/>
            <a:ahLst/>
            <a:cxnLst/>
            <a:rect r="r" b="b" t="t" l="l"/>
            <a:pathLst>
              <a:path h="440246" w="440800">
                <a:moveTo>
                  <a:pt x="0" y="0"/>
                </a:moveTo>
                <a:lnTo>
                  <a:pt x="440800" y="0"/>
                </a:lnTo>
                <a:lnTo>
                  <a:pt x="440800" y="440246"/>
                </a:lnTo>
                <a:lnTo>
                  <a:pt x="0" y="44024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5400000">
            <a:off x="2906678" y="3529364"/>
            <a:ext cx="272354" cy="272354"/>
            <a:chOff x="0" y="0"/>
            <a:chExt cx="363139" cy="3631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3093" cy="363220"/>
            </a:xfrm>
            <a:custGeom>
              <a:avLst/>
              <a:gdLst/>
              <a:ahLst/>
              <a:cxnLst/>
              <a:rect r="r" b="b" t="t" l="l"/>
              <a:pathLst>
                <a:path h="363220" w="363093">
                  <a:moveTo>
                    <a:pt x="181991" y="0"/>
                  </a:moveTo>
                  <a:cubicBezTo>
                    <a:pt x="81661" y="0"/>
                    <a:pt x="0" y="81661"/>
                    <a:pt x="0" y="181229"/>
                  </a:cubicBezTo>
                  <a:cubicBezTo>
                    <a:pt x="0" y="281559"/>
                    <a:pt x="81534" y="363220"/>
                    <a:pt x="181864" y="363220"/>
                  </a:cubicBezTo>
                  <a:cubicBezTo>
                    <a:pt x="282194" y="363220"/>
                    <a:pt x="363093" y="281559"/>
                    <a:pt x="363093" y="181229"/>
                  </a:cubicBezTo>
                  <a:cubicBezTo>
                    <a:pt x="363093" y="81661"/>
                    <a:pt x="282321" y="0"/>
                    <a:pt x="181991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902169" y="3524881"/>
            <a:ext cx="281348" cy="281902"/>
          </a:xfrm>
          <a:custGeom>
            <a:avLst/>
            <a:gdLst/>
            <a:ahLst/>
            <a:cxnLst/>
            <a:rect r="r" b="b" t="t" l="l"/>
            <a:pathLst>
              <a:path h="281902" w="281348">
                <a:moveTo>
                  <a:pt x="0" y="0"/>
                </a:moveTo>
                <a:lnTo>
                  <a:pt x="281348" y="0"/>
                </a:lnTo>
                <a:lnTo>
                  <a:pt x="281348" y="281902"/>
                </a:lnTo>
                <a:lnTo>
                  <a:pt x="0" y="28190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550251" y="2882749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787051" y="8976149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65201" y="8133549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001550" y="4510204"/>
            <a:ext cx="4284899" cy="1417846"/>
          </a:xfrm>
          <a:custGeom>
            <a:avLst/>
            <a:gdLst/>
            <a:ahLst/>
            <a:cxnLst/>
            <a:rect r="r" b="b" t="t" l="l"/>
            <a:pathLst>
              <a:path h="1417846" w="4284899">
                <a:moveTo>
                  <a:pt x="0" y="0"/>
                </a:moveTo>
                <a:lnTo>
                  <a:pt x="4284900" y="0"/>
                </a:lnTo>
                <a:lnTo>
                  <a:pt x="4284900" y="1417846"/>
                </a:lnTo>
                <a:lnTo>
                  <a:pt x="0" y="141784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986791" y="3057762"/>
            <a:ext cx="10366500" cy="7083572"/>
          </a:xfrm>
          <a:custGeom>
            <a:avLst/>
            <a:gdLst/>
            <a:ahLst/>
            <a:cxnLst/>
            <a:rect r="r" b="b" t="t" l="l"/>
            <a:pathLst>
              <a:path h="7083572" w="10366500">
                <a:moveTo>
                  <a:pt x="0" y="0"/>
                </a:moveTo>
                <a:lnTo>
                  <a:pt x="10366500" y="0"/>
                </a:lnTo>
                <a:lnTo>
                  <a:pt x="10366500" y="7083572"/>
                </a:lnTo>
                <a:lnTo>
                  <a:pt x="0" y="708357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654175" y="4943725"/>
            <a:ext cx="67849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494949"/>
                </a:solidFill>
                <a:latin typeface="Arimo Bold"/>
                <a:ea typeface="Arimo Bold"/>
                <a:cs typeface="Arimo Bold"/>
                <a:sym typeface="Arimo Bold"/>
              </a:rPr>
              <a:t>git log</a:t>
            </a:r>
          </a:p>
          <a:p>
            <a:pPr algn="ctr">
              <a:lnSpc>
                <a:spcPts val="3359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6473037" y="4368821"/>
            <a:ext cx="5394008" cy="1724179"/>
            <a:chOff x="0" y="0"/>
            <a:chExt cx="8740264" cy="2793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40352" cy="2793746"/>
            </a:xfrm>
            <a:custGeom>
              <a:avLst/>
              <a:gdLst/>
              <a:ahLst/>
              <a:cxnLst/>
              <a:rect r="r" b="b" t="t" l="l"/>
              <a:pathLst>
                <a:path h="2793746" w="8740352">
                  <a:moveTo>
                    <a:pt x="0" y="490982"/>
                  </a:moveTo>
                  <a:cubicBezTo>
                    <a:pt x="0" y="219329"/>
                    <a:pt x="293098" y="0"/>
                    <a:pt x="652900" y="0"/>
                  </a:cubicBezTo>
                  <a:lnTo>
                    <a:pt x="8087479" y="0"/>
                  </a:lnTo>
                  <a:lnTo>
                    <a:pt x="8087479" y="38100"/>
                  </a:lnTo>
                  <a:lnTo>
                    <a:pt x="8087479" y="0"/>
                  </a:lnTo>
                  <a:cubicBezTo>
                    <a:pt x="8447281" y="0"/>
                    <a:pt x="8740352" y="219329"/>
                    <a:pt x="8740352" y="490982"/>
                  </a:cubicBezTo>
                  <a:lnTo>
                    <a:pt x="8690476" y="490982"/>
                  </a:lnTo>
                  <a:lnTo>
                    <a:pt x="8740352" y="490982"/>
                  </a:lnTo>
                  <a:lnTo>
                    <a:pt x="8740352" y="2302764"/>
                  </a:lnTo>
                  <a:lnTo>
                    <a:pt x="8690476" y="2302764"/>
                  </a:lnTo>
                  <a:lnTo>
                    <a:pt x="8740352" y="2302764"/>
                  </a:lnTo>
                  <a:cubicBezTo>
                    <a:pt x="8740352" y="2574544"/>
                    <a:pt x="8447281" y="2793746"/>
                    <a:pt x="8087479" y="2793746"/>
                  </a:cubicBezTo>
                  <a:lnTo>
                    <a:pt x="8087479" y="2755646"/>
                  </a:lnTo>
                  <a:lnTo>
                    <a:pt x="8087479" y="2793746"/>
                  </a:lnTo>
                  <a:lnTo>
                    <a:pt x="652900" y="2793746"/>
                  </a:lnTo>
                  <a:lnTo>
                    <a:pt x="652900" y="2755646"/>
                  </a:lnTo>
                  <a:lnTo>
                    <a:pt x="652900" y="2793746"/>
                  </a:lnTo>
                  <a:cubicBezTo>
                    <a:pt x="293098" y="2793746"/>
                    <a:pt x="0" y="2574544"/>
                    <a:pt x="0" y="2302764"/>
                  </a:cubicBezTo>
                  <a:lnTo>
                    <a:pt x="0" y="490982"/>
                  </a:lnTo>
                  <a:lnTo>
                    <a:pt x="49903" y="490982"/>
                  </a:lnTo>
                  <a:lnTo>
                    <a:pt x="0" y="490982"/>
                  </a:lnTo>
                  <a:moveTo>
                    <a:pt x="99806" y="490982"/>
                  </a:moveTo>
                  <a:lnTo>
                    <a:pt x="99806" y="2302764"/>
                  </a:lnTo>
                  <a:lnTo>
                    <a:pt x="49903" y="2302764"/>
                  </a:lnTo>
                  <a:lnTo>
                    <a:pt x="99806" y="2302764"/>
                  </a:lnTo>
                  <a:cubicBezTo>
                    <a:pt x="99806" y="2531237"/>
                    <a:pt x="346661" y="2717546"/>
                    <a:pt x="652900" y="2717546"/>
                  </a:cubicBezTo>
                  <a:lnTo>
                    <a:pt x="8087479" y="2717546"/>
                  </a:lnTo>
                  <a:cubicBezTo>
                    <a:pt x="8393719" y="2717546"/>
                    <a:pt x="8640573" y="2531237"/>
                    <a:pt x="8640573" y="2302764"/>
                  </a:cubicBezTo>
                  <a:lnTo>
                    <a:pt x="8640573" y="490982"/>
                  </a:lnTo>
                  <a:cubicBezTo>
                    <a:pt x="8640407" y="262509"/>
                    <a:pt x="8393552" y="76200"/>
                    <a:pt x="8087479" y="76200"/>
                  </a:cubicBezTo>
                  <a:lnTo>
                    <a:pt x="652900" y="76200"/>
                  </a:lnTo>
                  <a:lnTo>
                    <a:pt x="652900" y="38100"/>
                  </a:lnTo>
                  <a:lnTo>
                    <a:pt x="652900" y="76200"/>
                  </a:lnTo>
                  <a:cubicBezTo>
                    <a:pt x="346661" y="76200"/>
                    <a:pt x="99806" y="262509"/>
                    <a:pt x="99806" y="490982"/>
                  </a:cubicBezTo>
                  <a:close/>
                </a:path>
              </a:pathLst>
            </a:custGeom>
            <a:solidFill>
              <a:srgbClr val="0E2A47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313796" y="286504"/>
            <a:ext cx="2592882" cy="1984734"/>
          </a:xfrm>
          <a:custGeom>
            <a:avLst/>
            <a:gdLst/>
            <a:ahLst/>
            <a:cxnLst/>
            <a:rect r="r" b="b" t="t" l="l"/>
            <a:pathLst>
              <a:path h="1984734" w="2592882">
                <a:moveTo>
                  <a:pt x="0" y="0"/>
                </a:moveTo>
                <a:lnTo>
                  <a:pt x="2592882" y="0"/>
                </a:lnTo>
                <a:lnTo>
                  <a:pt x="2592882" y="1984733"/>
                </a:lnTo>
                <a:lnTo>
                  <a:pt x="0" y="198473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6324040" y="7704784"/>
            <a:ext cx="1670052" cy="2436550"/>
          </a:xfrm>
          <a:custGeom>
            <a:avLst/>
            <a:gdLst/>
            <a:ahLst/>
            <a:cxnLst/>
            <a:rect r="r" b="b" t="t" l="l"/>
            <a:pathLst>
              <a:path h="2436550" w="1670052">
                <a:moveTo>
                  <a:pt x="0" y="0"/>
                </a:moveTo>
                <a:lnTo>
                  <a:pt x="1670052" y="0"/>
                </a:lnTo>
                <a:lnTo>
                  <a:pt x="1670052" y="2436550"/>
                </a:lnTo>
                <a:lnTo>
                  <a:pt x="0" y="243655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654175" y="1156812"/>
            <a:ext cx="678495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E2A47"/>
                </a:solidFill>
                <a:latin typeface="Arimo Bold"/>
                <a:ea typeface="Arimo Bold"/>
                <a:cs typeface="Arimo Bold"/>
                <a:sym typeface="Arimo Bold"/>
              </a:rPr>
              <a:t>GIT LOG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54175" y="2798005"/>
            <a:ext cx="67849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Se utiliza cuando necesitas revisar el historial y </a:t>
            </a:r>
            <a:r>
              <a:rPr lang="en-US" sz="2799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quieres ver qué commits se han hecho, quién los hizo y cuándo.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27057">
            <a:off x="14487047" y="6955400"/>
            <a:ext cx="237093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9989267">
            <a:off x="14314810" y="4480100"/>
            <a:ext cx="2780411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999997">
            <a:off x="14396512" y="1864850"/>
            <a:ext cx="2800708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346380">
            <a:off x="16106875" y="273900"/>
            <a:ext cx="1007782" cy="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814116" y="2570400"/>
            <a:ext cx="1164700" cy="1163600"/>
          </a:xfrm>
          <a:custGeom>
            <a:avLst/>
            <a:gdLst/>
            <a:ahLst/>
            <a:cxnLst/>
            <a:rect r="r" b="b" t="t" l="l"/>
            <a:pathLst>
              <a:path h="1163600" w="1164700">
                <a:moveTo>
                  <a:pt x="0" y="0"/>
                </a:moveTo>
                <a:lnTo>
                  <a:pt x="1164700" y="0"/>
                </a:lnTo>
                <a:lnTo>
                  <a:pt x="1164700" y="1163600"/>
                </a:lnTo>
                <a:lnTo>
                  <a:pt x="0" y="116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38890" y="5508950"/>
            <a:ext cx="585150" cy="584050"/>
          </a:xfrm>
          <a:custGeom>
            <a:avLst/>
            <a:gdLst/>
            <a:ahLst/>
            <a:cxnLst/>
            <a:rect r="r" b="b" t="t" l="l"/>
            <a:pathLst>
              <a:path h="584050" w="585150">
                <a:moveTo>
                  <a:pt x="0" y="0"/>
                </a:moveTo>
                <a:lnTo>
                  <a:pt x="585150" y="0"/>
                </a:lnTo>
                <a:lnTo>
                  <a:pt x="585150" y="584050"/>
                </a:lnTo>
                <a:lnTo>
                  <a:pt x="0" y="5840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24916" y="356350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03089" y="7760129"/>
            <a:ext cx="586776" cy="586222"/>
          </a:xfrm>
          <a:custGeom>
            <a:avLst/>
            <a:gdLst/>
            <a:ahLst/>
            <a:cxnLst/>
            <a:rect r="r" b="b" t="t" l="l"/>
            <a:pathLst>
              <a:path h="586222" w="586776">
                <a:moveTo>
                  <a:pt x="0" y="0"/>
                </a:moveTo>
                <a:lnTo>
                  <a:pt x="586776" y="0"/>
                </a:lnTo>
                <a:lnTo>
                  <a:pt x="586776" y="586222"/>
                </a:lnTo>
                <a:lnTo>
                  <a:pt x="0" y="5862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66117" y="498275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H="true">
            <a:off x="767507" y="4783441"/>
            <a:ext cx="3364050" cy="27105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80007" y="6694791"/>
            <a:ext cx="1678050" cy="150585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497357" y="7889291"/>
            <a:ext cx="1612050" cy="2395050"/>
          </a:xfrm>
          <a:prstGeom prst="line">
            <a:avLst/>
          </a:prstGeom>
          <a:ln cap="rnd" w="9525">
            <a:solidFill>
              <a:srgbClr val="4949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37732" y="7716153"/>
            <a:ext cx="1164700" cy="1163600"/>
          </a:xfrm>
          <a:custGeom>
            <a:avLst/>
            <a:gdLst/>
            <a:ahLst/>
            <a:cxnLst/>
            <a:rect r="r" b="b" t="t" l="l"/>
            <a:pathLst>
              <a:path h="1163600" w="1164700">
                <a:moveTo>
                  <a:pt x="0" y="0"/>
                </a:moveTo>
                <a:lnTo>
                  <a:pt x="1164700" y="0"/>
                </a:lnTo>
                <a:lnTo>
                  <a:pt x="1164700" y="1163600"/>
                </a:lnTo>
                <a:lnTo>
                  <a:pt x="0" y="1163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260432" y="6293703"/>
            <a:ext cx="585150" cy="584050"/>
          </a:xfrm>
          <a:custGeom>
            <a:avLst/>
            <a:gdLst/>
            <a:ahLst/>
            <a:cxnLst/>
            <a:rect r="r" b="b" t="t" l="l"/>
            <a:pathLst>
              <a:path h="584050" w="585150">
                <a:moveTo>
                  <a:pt x="0" y="0"/>
                </a:moveTo>
                <a:lnTo>
                  <a:pt x="585150" y="0"/>
                </a:lnTo>
                <a:lnTo>
                  <a:pt x="585150" y="584050"/>
                </a:lnTo>
                <a:lnTo>
                  <a:pt x="0" y="5840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85582" y="9172203"/>
            <a:ext cx="350000" cy="350000"/>
          </a:xfrm>
          <a:custGeom>
            <a:avLst/>
            <a:gdLst/>
            <a:ahLst/>
            <a:cxnLst/>
            <a:rect r="r" b="b" t="t" l="l"/>
            <a:pathLst>
              <a:path h="350000" w="350000">
                <a:moveTo>
                  <a:pt x="0" y="0"/>
                </a:moveTo>
                <a:lnTo>
                  <a:pt x="350000" y="0"/>
                </a:lnTo>
                <a:lnTo>
                  <a:pt x="350000" y="350000"/>
                </a:lnTo>
                <a:lnTo>
                  <a:pt x="0" y="350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5400000">
            <a:off x="2049566" y="2969039"/>
            <a:ext cx="577228" cy="576674"/>
            <a:chOff x="0" y="0"/>
            <a:chExt cx="769637" cy="7688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9620" cy="768858"/>
            </a:xfrm>
            <a:custGeom>
              <a:avLst/>
              <a:gdLst/>
              <a:ahLst/>
              <a:cxnLst/>
              <a:rect r="r" b="b" t="t" l="l"/>
              <a:pathLst>
                <a:path h="768858" w="769620">
                  <a:moveTo>
                    <a:pt x="384810" y="0"/>
                  </a:moveTo>
                  <a:cubicBezTo>
                    <a:pt x="172212" y="0"/>
                    <a:pt x="0" y="172212"/>
                    <a:pt x="0" y="384048"/>
                  </a:cubicBezTo>
                  <a:cubicBezTo>
                    <a:pt x="0" y="596646"/>
                    <a:pt x="172212" y="768858"/>
                    <a:pt x="384810" y="768858"/>
                  </a:cubicBezTo>
                  <a:cubicBezTo>
                    <a:pt x="597408" y="768858"/>
                    <a:pt x="769620" y="596646"/>
                    <a:pt x="769620" y="384048"/>
                  </a:cubicBezTo>
                  <a:cubicBezTo>
                    <a:pt x="769620" y="172212"/>
                    <a:pt x="597408" y="0"/>
                    <a:pt x="384810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044807" y="2964252"/>
            <a:ext cx="586776" cy="586222"/>
          </a:xfrm>
          <a:custGeom>
            <a:avLst/>
            <a:gdLst/>
            <a:ahLst/>
            <a:cxnLst/>
            <a:rect r="r" b="b" t="t" l="l"/>
            <a:pathLst>
              <a:path h="586222" w="586776">
                <a:moveTo>
                  <a:pt x="0" y="0"/>
                </a:moveTo>
                <a:lnTo>
                  <a:pt x="586776" y="0"/>
                </a:lnTo>
                <a:lnTo>
                  <a:pt x="586776" y="586222"/>
                </a:lnTo>
                <a:lnTo>
                  <a:pt x="0" y="5862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5400000">
            <a:off x="2122552" y="3042031"/>
            <a:ext cx="431252" cy="430674"/>
            <a:chOff x="0" y="0"/>
            <a:chExt cx="575003" cy="5742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056" cy="574294"/>
            </a:xfrm>
            <a:custGeom>
              <a:avLst/>
              <a:gdLst/>
              <a:ahLst/>
              <a:cxnLst/>
              <a:rect r="r" b="b" t="t" l="l"/>
              <a:pathLst>
                <a:path h="574294" w="575056">
                  <a:moveTo>
                    <a:pt x="287528" y="0"/>
                  </a:moveTo>
                  <a:cubicBezTo>
                    <a:pt x="128778" y="0"/>
                    <a:pt x="0" y="128016"/>
                    <a:pt x="0" y="286766"/>
                  </a:cubicBezTo>
                  <a:cubicBezTo>
                    <a:pt x="0" y="445516"/>
                    <a:pt x="128778" y="574294"/>
                    <a:pt x="287528" y="574294"/>
                  </a:cubicBezTo>
                  <a:cubicBezTo>
                    <a:pt x="446278" y="574294"/>
                    <a:pt x="575056" y="445516"/>
                    <a:pt x="575056" y="286766"/>
                  </a:cubicBezTo>
                  <a:cubicBezTo>
                    <a:pt x="575056" y="128016"/>
                    <a:pt x="446278" y="0"/>
                    <a:pt x="2875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117779" y="3037258"/>
            <a:ext cx="440800" cy="440246"/>
          </a:xfrm>
          <a:custGeom>
            <a:avLst/>
            <a:gdLst/>
            <a:ahLst/>
            <a:cxnLst/>
            <a:rect r="r" b="b" t="t" l="l"/>
            <a:pathLst>
              <a:path h="440246" w="440800">
                <a:moveTo>
                  <a:pt x="0" y="0"/>
                </a:moveTo>
                <a:lnTo>
                  <a:pt x="440800" y="0"/>
                </a:lnTo>
                <a:lnTo>
                  <a:pt x="440800" y="440246"/>
                </a:lnTo>
                <a:lnTo>
                  <a:pt x="0" y="44024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5400000">
            <a:off x="2202010" y="3120917"/>
            <a:ext cx="272354" cy="272354"/>
            <a:chOff x="0" y="0"/>
            <a:chExt cx="363139" cy="3631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3093" cy="363220"/>
            </a:xfrm>
            <a:custGeom>
              <a:avLst/>
              <a:gdLst/>
              <a:ahLst/>
              <a:cxnLst/>
              <a:rect r="r" b="b" t="t" l="l"/>
              <a:pathLst>
                <a:path h="363220" w="363093">
                  <a:moveTo>
                    <a:pt x="181991" y="0"/>
                  </a:moveTo>
                  <a:cubicBezTo>
                    <a:pt x="81661" y="0"/>
                    <a:pt x="0" y="81661"/>
                    <a:pt x="0" y="181229"/>
                  </a:cubicBezTo>
                  <a:cubicBezTo>
                    <a:pt x="0" y="281559"/>
                    <a:pt x="81534" y="363220"/>
                    <a:pt x="181864" y="363220"/>
                  </a:cubicBezTo>
                  <a:cubicBezTo>
                    <a:pt x="282194" y="363220"/>
                    <a:pt x="363093" y="281559"/>
                    <a:pt x="363093" y="181229"/>
                  </a:cubicBezTo>
                  <a:cubicBezTo>
                    <a:pt x="363093" y="81661"/>
                    <a:pt x="282321" y="0"/>
                    <a:pt x="181991" y="0"/>
                  </a:cubicBezTo>
                  <a:close/>
                </a:path>
              </a:pathLst>
            </a:custGeom>
            <a:solidFill>
              <a:srgbClr val="77C6FC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197501" y="3116434"/>
            <a:ext cx="281348" cy="281902"/>
          </a:xfrm>
          <a:custGeom>
            <a:avLst/>
            <a:gdLst/>
            <a:ahLst/>
            <a:cxnLst/>
            <a:rect r="r" b="b" t="t" l="l"/>
            <a:pathLst>
              <a:path h="281902" w="281348">
                <a:moveTo>
                  <a:pt x="0" y="0"/>
                </a:moveTo>
                <a:lnTo>
                  <a:pt x="281348" y="0"/>
                </a:lnTo>
                <a:lnTo>
                  <a:pt x="281348" y="281902"/>
                </a:lnTo>
                <a:lnTo>
                  <a:pt x="0" y="28190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845583" y="2474302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787051" y="8976149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65201" y="8133549"/>
            <a:ext cx="54000" cy="350026"/>
          </a:xfrm>
          <a:custGeom>
            <a:avLst/>
            <a:gdLst/>
            <a:ahLst/>
            <a:cxnLst/>
            <a:rect r="r" b="b" t="t" l="l"/>
            <a:pathLst>
              <a:path h="350026" w="54000">
                <a:moveTo>
                  <a:pt x="0" y="0"/>
                </a:moveTo>
                <a:lnTo>
                  <a:pt x="54000" y="0"/>
                </a:lnTo>
                <a:lnTo>
                  <a:pt x="54000" y="350026"/>
                </a:lnTo>
                <a:lnTo>
                  <a:pt x="0" y="35002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361536" y="7477840"/>
            <a:ext cx="1564928" cy="1445602"/>
          </a:xfrm>
          <a:custGeom>
            <a:avLst/>
            <a:gdLst/>
            <a:ahLst/>
            <a:cxnLst/>
            <a:rect r="r" b="b" t="t" l="l"/>
            <a:pathLst>
              <a:path h="1445602" w="1564928">
                <a:moveTo>
                  <a:pt x="0" y="0"/>
                </a:moveTo>
                <a:lnTo>
                  <a:pt x="1564928" y="0"/>
                </a:lnTo>
                <a:lnTo>
                  <a:pt x="1564928" y="1445602"/>
                </a:lnTo>
                <a:lnTo>
                  <a:pt x="0" y="144560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297725" y="2905125"/>
            <a:ext cx="9692550" cy="442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494949"/>
                </a:solidFill>
                <a:latin typeface="Arimo"/>
                <a:ea typeface="Arimo"/>
                <a:cs typeface="Arimo"/>
                <a:sym typeface="Arimo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DAG6AryACmw</dc:identifier>
  <dcterms:modified xsi:type="dcterms:W3CDTF">2011-08-01T06:04:30Z</dcterms:modified>
  <cp:revision>1</cp:revision>
  <dc:title>Presentación</dc:title>
</cp:coreProperties>
</file>